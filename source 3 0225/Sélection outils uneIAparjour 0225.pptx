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0287000" cy="10287000"/>
  <p:notesSz cx="6858000" cy="9144000"/>
  <p:embeddedFontLst>
    <p:embeddedFont>
      <p:font typeface="Bebas Neue" charset="1" panose="00000500000000000000"/>
      <p:regular r:id="rId7"/>
    </p:embeddedFont>
    <p:embeddedFont>
      <p:font typeface="League Spartan" charset="1" panose="00000800000000000000"/>
      <p:regular r:id="rId8"/>
    </p:embeddedFont>
    <p:embeddedFont>
      <p:font typeface="Bebas Neue Bold" charset="1" panose="020B0606020202050201"/>
      <p:regular r:id="rId9"/>
    </p:embeddedFont>
    <p:embeddedFont>
      <p:font typeface="Lexend Deca" charset="1" panose="0000000000000000000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www.uneiaparjour.fr/dicte/" TargetMode="External" Type="http://schemas.openxmlformats.org/officeDocument/2006/relationships/hyperlink"/><Relationship Id="rId100" Target="../media/image51.png" Type="http://schemas.openxmlformats.org/officeDocument/2006/relationships/image"/><Relationship Id="rId101" Target="https://www.uneiaparjour.fr/super-podcast/" TargetMode="External" Type="http://schemas.openxmlformats.org/officeDocument/2006/relationships/hyperlink"/><Relationship Id="rId102" Target="../media/image52.png" Type="http://schemas.openxmlformats.org/officeDocument/2006/relationships/image"/><Relationship Id="rId103" Target="https://www.uneiaparjour.fr/zenmic/" TargetMode="External" Type="http://schemas.openxmlformats.org/officeDocument/2006/relationships/hyperlink"/><Relationship Id="rId104" Target="../media/image53.png" Type="http://schemas.openxmlformats.org/officeDocument/2006/relationships/image"/><Relationship Id="rId105" Target="https://www.uneiaparjour.fr/genfm/" TargetMode="External" Type="http://schemas.openxmlformats.org/officeDocument/2006/relationships/hyperlink"/><Relationship Id="rId106" Target="../media/image54.png" Type="http://schemas.openxmlformats.org/officeDocument/2006/relationships/image"/><Relationship Id="rId107" Target="https://www.uneiaparjour.fr/assistants-huggingchat/" TargetMode="External" Type="http://schemas.openxmlformats.org/officeDocument/2006/relationships/hyperlink"/><Relationship Id="rId108" Target="../media/image55.png" Type="http://schemas.openxmlformats.org/officeDocument/2006/relationships/image"/><Relationship Id="rId109" Target="https://www.uneiaparjour.fr/felo/" TargetMode="External" Type="http://schemas.openxmlformats.org/officeDocument/2006/relationships/hyperlink"/><Relationship Id="rId11" Target="../media/image6.png" Type="http://schemas.openxmlformats.org/officeDocument/2006/relationships/image"/><Relationship Id="rId110" Target="../media/image56.png" Type="http://schemas.openxmlformats.org/officeDocument/2006/relationships/image"/><Relationship Id="rId111" Target="https://www.uneiaparjour.fr/thea/" TargetMode="External" Type="http://schemas.openxmlformats.org/officeDocument/2006/relationships/hyperlink"/><Relationship Id="rId112" Target="../media/image57.png" Type="http://schemas.openxmlformats.org/officeDocument/2006/relationships/image"/><Relationship Id="rId113" Target="https://www.uneiaparjour.fr/automina/" TargetMode="External" Type="http://schemas.openxmlformats.org/officeDocument/2006/relationships/hyperlink"/><Relationship Id="rId114" Target="../media/image58.png" Type="http://schemas.openxmlformats.org/officeDocument/2006/relationships/image"/><Relationship Id="rId115" Target="https://www.uneiaparjour.fr/proxy/" TargetMode="External" Type="http://schemas.openxmlformats.org/officeDocument/2006/relationships/hyperlink"/><Relationship Id="rId116" Target="../media/image59.png" Type="http://schemas.openxmlformats.org/officeDocument/2006/relationships/image"/><Relationship Id="rId117" Target="https://www.uneiaparjour.fr/bolt/" TargetMode="External" Type="http://schemas.openxmlformats.org/officeDocument/2006/relationships/hyperlink"/><Relationship Id="rId118" Target="../media/image60.png" Type="http://schemas.openxmlformats.org/officeDocument/2006/relationships/image"/><Relationship Id="rId119" Target="https://www.uneiaparjour.fr/partyrock/" TargetMode="External" Type="http://schemas.openxmlformats.org/officeDocument/2006/relationships/hyperlink"/><Relationship Id="rId12" Target="https://www.uneiaparjour.fr/sonauto/" TargetMode="External" Type="http://schemas.openxmlformats.org/officeDocument/2006/relationships/hyperlink"/><Relationship Id="rId120" Target="../media/image61.png" Type="http://schemas.openxmlformats.org/officeDocument/2006/relationships/image"/><Relationship Id="rId121" Target="https://www.uneiaparjour.fr/recraft-2/" TargetMode="External" Type="http://schemas.openxmlformats.org/officeDocument/2006/relationships/hyperlink"/><Relationship Id="rId122" Target="../media/image62.png" Type="http://schemas.openxmlformats.org/officeDocument/2006/relationships/image"/><Relationship Id="rId123" Target="https://www.uneiaparjour.fr/replit/" TargetMode="External" Type="http://schemas.openxmlformats.org/officeDocument/2006/relationships/hyperlink"/><Relationship Id="rId124" Target="https://www.uneiaparjour.fr" TargetMode="External" Type="http://schemas.openxmlformats.org/officeDocument/2006/relationships/hyperlink"/><Relationship Id="rId125" Target="https://twitter.com/search?q=%23uneIAparjour&amp;src=typed_query" TargetMode="External" Type="http://schemas.openxmlformats.org/officeDocument/2006/relationships/hyperlink"/><Relationship Id="rId13" Target="../media/image7.png" Type="http://schemas.openxmlformats.org/officeDocument/2006/relationships/image"/><Relationship Id="rId14" Target="https://www.uneiaparjour.fr/suno/" TargetMode="External" Type="http://schemas.openxmlformats.org/officeDocument/2006/relationships/hyperlink"/><Relationship Id="rId15" Target="../media/image8.png" Type="http://schemas.openxmlformats.org/officeDocument/2006/relationships/image"/><Relationship Id="rId16" Target="https://www.uneiaparjour.fr/quiz-wizard/" TargetMode="External" Type="http://schemas.openxmlformats.org/officeDocument/2006/relationships/hyperlink"/><Relationship Id="rId17" Target="../media/image9.png" Type="http://schemas.openxmlformats.org/officeDocument/2006/relationships/image"/><Relationship Id="rId18" Target="https://www.uneiaparjour.fr/quizizz/" TargetMode="External" Type="http://schemas.openxmlformats.org/officeDocument/2006/relationships/hyperlink"/><Relationship Id="rId19" Target="../media/image10.png" Type="http://schemas.openxmlformats.org/officeDocument/2006/relationships/image"/><Relationship Id="rId2" Target="../media/image1.png" Type="http://schemas.openxmlformats.org/officeDocument/2006/relationships/image"/><Relationship Id="rId20" Target="https://www.uneiaparjour.fr/eduease/" TargetMode="External" Type="http://schemas.openxmlformats.org/officeDocument/2006/relationships/hyperlink"/><Relationship Id="rId21" Target="../media/image11.png" Type="http://schemas.openxmlformats.org/officeDocument/2006/relationships/image"/><Relationship Id="rId22" Target="https://www.uneiaparjour.fr/flashcardx/" TargetMode="External" Type="http://schemas.openxmlformats.org/officeDocument/2006/relationships/hyperlink"/><Relationship Id="rId23" Target="../media/image12.png" Type="http://schemas.openxmlformats.org/officeDocument/2006/relationships/image"/><Relationship Id="rId24" Target="https://www.uneiaparjour.fr/quizalize/" TargetMode="External" Type="http://schemas.openxmlformats.org/officeDocument/2006/relationships/hyperlink"/><Relationship Id="rId25" Target="../media/image13.png" Type="http://schemas.openxmlformats.org/officeDocument/2006/relationships/image"/><Relationship Id="rId26" Target="https://www.uneiaparjour.fr/gamma/" TargetMode="External" Type="http://schemas.openxmlformats.org/officeDocument/2006/relationships/hyperlink"/><Relationship Id="rId27" Target="../media/image14.png" Type="http://schemas.openxmlformats.org/officeDocument/2006/relationships/image"/><Relationship Id="rId28" Target="https://www.uneiaparjour.fr/prezo/" TargetMode="External" Type="http://schemas.openxmlformats.org/officeDocument/2006/relationships/hyperlink"/><Relationship Id="rId29" Target="../media/image15.png" Type="http://schemas.openxmlformats.org/officeDocument/2006/relationships/image"/><Relationship Id="rId3" Target="../media/image2.png" Type="http://schemas.openxmlformats.org/officeDocument/2006/relationships/image"/><Relationship Id="rId30" Target="https://www.uneiaparjour.fr/gibbly/" TargetMode="External" Type="http://schemas.openxmlformats.org/officeDocument/2006/relationships/hyperlink"/><Relationship Id="rId31" Target="../media/image16.png" Type="http://schemas.openxmlformats.org/officeDocument/2006/relationships/image"/><Relationship Id="rId32" Target="../media/image17.png" Type="http://schemas.openxmlformats.org/officeDocument/2006/relationships/image"/><Relationship Id="rId33" Target="https://www.uneiaparjour.fr/copula/" TargetMode="External" Type="http://schemas.openxmlformats.org/officeDocument/2006/relationships/hyperlink"/><Relationship Id="rId34" Target="../media/image18.png" Type="http://schemas.openxmlformats.org/officeDocument/2006/relationships/image"/><Relationship Id="rId35" Target="https://www.uneiaparjour.fr/julius/" TargetMode="External" Type="http://schemas.openxmlformats.org/officeDocument/2006/relationships/hyperlink"/><Relationship Id="rId36" Target="../media/image19.png" Type="http://schemas.openxmlformats.org/officeDocument/2006/relationships/image"/><Relationship Id="rId37" Target="https://www.uneiaparjour.fr/twee/" TargetMode="External" Type="http://schemas.openxmlformats.org/officeDocument/2006/relationships/hyperlink"/><Relationship Id="rId38" Target="../media/image20.png" Type="http://schemas.openxmlformats.org/officeDocument/2006/relationships/image"/><Relationship Id="rId39" Target="https://www.uneiaparjour.fr/diffit/" TargetMode="External" Type="http://schemas.openxmlformats.org/officeDocument/2006/relationships/hyperlink"/><Relationship Id="rId4" Target="https://www.uneiaparjour.fr/krea/" TargetMode="External" Type="http://schemas.openxmlformats.org/officeDocument/2006/relationships/hyperlink"/><Relationship Id="rId40" Target="../media/image21.png" Type="http://schemas.openxmlformats.org/officeDocument/2006/relationships/image"/><Relationship Id="rId41" Target="https://www.uneiaparjour.fr/magicschool/" TargetMode="External" Type="http://schemas.openxmlformats.org/officeDocument/2006/relationships/hyperlink"/><Relationship Id="rId42" Target="../media/image22.png" Type="http://schemas.openxmlformats.org/officeDocument/2006/relationships/image"/><Relationship Id="rId43" Target="https://www.uneiaparjour.fr/brisk-teaching/" TargetMode="External" Type="http://schemas.openxmlformats.org/officeDocument/2006/relationships/hyperlink"/><Relationship Id="rId44" Target="../media/image23.png" Type="http://schemas.openxmlformats.org/officeDocument/2006/relationships/image"/><Relationship Id="rId45" Target="https://www.uneiaparjour.fr/hailuoai/" TargetMode="External" Type="http://schemas.openxmlformats.org/officeDocument/2006/relationships/hyperlink"/><Relationship Id="rId46" Target="../media/image24.png" Type="http://schemas.openxmlformats.org/officeDocument/2006/relationships/image"/><Relationship Id="rId47" Target="https://www.uneiaparjour.fr/kling/" TargetMode="External" Type="http://schemas.openxmlformats.org/officeDocument/2006/relationships/hyperlink"/><Relationship Id="rId48" Target="../media/image25.png" Type="http://schemas.openxmlformats.org/officeDocument/2006/relationships/image"/><Relationship Id="rId49" Target="https://www.uneiaparjour.fr/perplexity/" TargetMode="External" Type="http://schemas.openxmlformats.org/officeDocument/2006/relationships/hyperlink"/><Relationship Id="rId5" Target="../media/image3.png" Type="http://schemas.openxmlformats.org/officeDocument/2006/relationships/image"/><Relationship Id="rId50" Target="../media/image26.png" Type="http://schemas.openxmlformats.org/officeDocument/2006/relationships/image"/><Relationship Id="rId51" Target="https://www.uneiaparjour.fr/youchat/" TargetMode="External" Type="http://schemas.openxmlformats.org/officeDocument/2006/relationships/hyperlink"/><Relationship Id="rId52" Target="../media/image27.png" Type="http://schemas.openxmlformats.org/officeDocument/2006/relationships/image"/><Relationship Id="rId53" Target="https://www.uneiaparjour.fr/bagoodex/" TargetMode="External" Type="http://schemas.openxmlformats.org/officeDocument/2006/relationships/hyperlink"/><Relationship Id="rId54" Target="../media/image28.png" Type="http://schemas.openxmlformats.org/officeDocument/2006/relationships/image"/><Relationship Id="rId55" Target="https://www.uneiaparjour.fr/genspark/" TargetMode="External" Type="http://schemas.openxmlformats.org/officeDocument/2006/relationships/hyperlink"/><Relationship Id="rId56" Target="../media/image29.png" Type="http://schemas.openxmlformats.org/officeDocument/2006/relationships/image"/><Relationship Id="rId57" Target="https://www.uneiaparjour.fr/mumble/" TargetMode="External" Type="http://schemas.openxmlformats.org/officeDocument/2006/relationships/hyperlink"/><Relationship Id="rId58" Target="../media/image30.png" Type="http://schemas.openxmlformats.org/officeDocument/2006/relationships/image"/><Relationship Id="rId59" Target="https://www.uneiaparjour.fr/speechmatics/" TargetMode="External" Type="http://schemas.openxmlformats.org/officeDocument/2006/relationships/hyperlink"/><Relationship Id="rId6" Target="https://www.uneiaparjour.fr/ideogram/" TargetMode="External" Type="http://schemas.openxmlformats.org/officeDocument/2006/relationships/hyperlink"/><Relationship Id="rId60" Target="../media/image31.png" Type="http://schemas.openxmlformats.org/officeDocument/2006/relationships/image"/><Relationship Id="rId61" Target="https://www.uneiaparjour.fr/loudme/" TargetMode="External" Type="http://schemas.openxmlformats.org/officeDocument/2006/relationships/hyperlink"/><Relationship Id="rId62" Target="../media/image32.png" Type="http://schemas.openxmlformats.org/officeDocument/2006/relationships/image"/><Relationship Id="rId63" Target="https://www.uneiaparjour.fr/artifacts-de-claude-3-5-sonnet/" TargetMode="External" Type="http://schemas.openxmlformats.org/officeDocument/2006/relationships/hyperlink"/><Relationship Id="rId64" Target="../media/image33.png" Type="http://schemas.openxmlformats.org/officeDocument/2006/relationships/image"/><Relationship Id="rId65" Target="https://www.uneiaparjour.fr/notebookllm/" TargetMode="External" Type="http://schemas.openxmlformats.org/officeDocument/2006/relationships/hyperlink"/><Relationship Id="rId66" Target="../media/image34.png" Type="http://schemas.openxmlformats.org/officeDocument/2006/relationships/image"/><Relationship Id="rId67" Target="https://www.uneiaparjour.fr/documator/" TargetMode="External" Type="http://schemas.openxmlformats.org/officeDocument/2006/relationships/hyperlink"/><Relationship Id="rId68" Target="../media/image35.png" Type="http://schemas.openxmlformats.org/officeDocument/2006/relationships/image"/><Relationship Id="rId69" Target="https://www.uneiaparjour.fr/recapiogpt/" TargetMode="External" Type="http://schemas.openxmlformats.org/officeDocument/2006/relationships/hyperlink"/><Relationship Id="rId7" Target="../media/image4.png" Type="http://schemas.openxmlformats.org/officeDocument/2006/relationships/image"/><Relationship Id="rId70" Target="../media/image36.png" Type="http://schemas.openxmlformats.org/officeDocument/2006/relationships/image"/><Relationship Id="rId71" Target="https://www.uneiaparjour.fr/summarize/" TargetMode="External" Type="http://schemas.openxmlformats.org/officeDocument/2006/relationships/hyperlink"/><Relationship Id="rId72" Target="../media/image37.png" Type="http://schemas.openxmlformats.org/officeDocument/2006/relationships/image"/><Relationship Id="rId73" Target="https://www.uneiaparjour.fr/guidde/" TargetMode="External" Type="http://schemas.openxmlformats.org/officeDocument/2006/relationships/hyperlink"/><Relationship Id="rId74" Target="../media/image38.png" Type="http://schemas.openxmlformats.org/officeDocument/2006/relationships/image"/><Relationship Id="rId75" Target="https://www.uneiaparjour.fr/slidesgo/" TargetMode="External" Type="http://schemas.openxmlformats.org/officeDocument/2006/relationships/hyperlink"/><Relationship Id="rId76" Target="../media/image39.png" Type="http://schemas.openxmlformats.org/officeDocument/2006/relationships/image"/><Relationship Id="rId77" Target="https://www.uneiaparjour.fr/school-ai/" TargetMode="External" Type="http://schemas.openxmlformats.org/officeDocument/2006/relationships/hyperlink"/><Relationship Id="rId78" Target="../media/image40.png" Type="http://schemas.openxmlformats.org/officeDocument/2006/relationships/image"/><Relationship Id="rId79" Target="https://www.uneiaparjour.fr/cassette/" TargetMode="External" Type="http://schemas.openxmlformats.org/officeDocument/2006/relationships/hyperlink"/><Relationship Id="rId8" Target="https://www.uneiaparjour.fr/leonardo/" TargetMode="External" Type="http://schemas.openxmlformats.org/officeDocument/2006/relationships/hyperlink"/><Relationship Id="rId80" Target="../media/image41.png" Type="http://schemas.openxmlformats.org/officeDocument/2006/relationships/image"/><Relationship Id="rId81" Target="https://www.uneiaparjour.fr/websim/" TargetMode="External" Type="http://schemas.openxmlformats.org/officeDocument/2006/relationships/hyperlink"/><Relationship Id="rId82" Target="../media/image42.png" Type="http://schemas.openxmlformats.org/officeDocument/2006/relationships/image"/><Relationship Id="rId83" Target="https://www.uneiaparjour.fr/multi-search-et-multi-ai/" TargetMode="External" Type="http://schemas.openxmlformats.org/officeDocument/2006/relationships/hyperlink"/><Relationship Id="rId84" Target="../media/image43.png" Type="http://schemas.openxmlformats.org/officeDocument/2006/relationships/image"/><Relationship Id="rId85" Target="https://www.uneiaparjour.fr/polychat/" TargetMode="External" Type="http://schemas.openxmlformats.org/officeDocument/2006/relationships/hyperlink"/><Relationship Id="rId86" Target="../media/image44.png" Type="http://schemas.openxmlformats.org/officeDocument/2006/relationships/image"/><Relationship Id="rId87" Target="https://www.uneiaparjour.fr/chatbot-arena/" TargetMode="External" Type="http://schemas.openxmlformats.org/officeDocument/2006/relationships/hyperlink"/><Relationship Id="rId88" Target="../media/image45.png" Type="http://schemas.openxmlformats.org/officeDocument/2006/relationships/image"/><Relationship Id="rId89" Target="https://www.uneiaparjour.fr/le-chat-v2/" TargetMode="External" Type="http://schemas.openxmlformats.org/officeDocument/2006/relationships/hyperlink"/><Relationship Id="rId9" Target="../media/image5.png" Type="http://schemas.openxmlformats.org/officeDocument/2006/relationships/image"/><Relationship Id="rId90" Target="../media/image46.png" Type="http://schemas.openxmlformats.org/officeDocument/2006/relationships/image"/><Relationship Id="rId91" Target="https://www.uneiaparjour.fr/qwen-chat/" TargetMode="External" Type="http://schemas.openxmlformats.org/officeDocument/2006/relationships/hyperlink"/><Relationship Id="rId92" Target="../media/image47.png" Type="http://schemas.openxmlformats.org/officeDocument/2006/relationships/image"/><Relationship Id="rId93" Target="https://www.uneiaparjour.fr/napkin/" TargetMode="External" Type="http://schemas.openxmlformats.org/officeDocument/2006/relationships/hyperlink"/><Relationship Id="rId94" Target="../media/image48.png" Type="http://schemas.openxmlformats.org/officeDocument/2006/relationships/image"/><Relationship Id="rId95" Target="https://www.uneiaparjour.fr/nexform/" TargetMode="External" Type="http://schemas.openxmlformats.org/officeDocument/2006/relationships/hyperlink"/><Relationship Id="rId96" Target="../media/image49.png" Type="http://schemas.openxmlformats.org/officeDocument/2006/relationships/image"/><Relationship Id="rId97" Target="https://www.uneiaparjour.fr/fuzz-de-riffusion/" TargetMode="External" Type="http://schemas.openxmlformats.org/officeDocument/2006/relationships/hyperlink"/><Relationship Id="rId98" Target="../media/image50.png" Type="http://schemas.openxmlformats.org/officeDocument/2006/relationships/image"/><Relationship Id="rId99" Target="https://www.uneiaparjour.fr/pack-generator/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51" r="-1692" b="-1441"/>
            </a:stretch>
          </a:blipFill>
        </p:spPr>
      </p:sp>
      <p:sp>
        <p:nvSpPr>
          <p:cNvPr name="Freeform 3" id="3">
            <a:hlinkClick r:id="rId4" tooltip="https://www.uneiaparjour.fr/krea/"/>
          </p:cNvPr>
          <p:cNvSpPr/>
          <p:nvPr/>
        </p:nvSpPr>
        <p:spPr>
          <a:xfrm flipH="false" flipV="false" rot="0">
            <a:off x="4359225" y="6627490"/>
            <a:ext cx="523421" cy="192523"/>
          </a:xfrm>
          <a:custGeom>
            <a:avLst/>
            <a:gdLst/>
            <a:ahLst/>
            <a:cxnLst/>
            <a:rect r="r" b="b" t="t" l="l"/>
            <a:pathLst>
              <a:path h="192523" w="523421">
                <a:moveTo>
                  <a:pt x="0" y="0"/>
                </a:moveTo>
                <a:lnTo>
                  <a:pt x="523422" y="0"/>
                </a:lnTo>
                <a:lnTo>
                  <a:pt x="523422" y="192523"/>
                </a:lnTo>
                <a:lnTo>
                  <a:pt x="0" y="1925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>
            <a:hlinkClick r:id="rId6" tooltip="https://www.uneiaparjour.fr/ideogram/"/>
          </p:cNvPr>
          <p:cNvSpPr/>
          <p:nvPr/>
        </p:nvSpPr>
        <p:spPr>
          <a:xfrm flipH="false" flipV="false" rot="0">
            <a:off x="4045749" y="8318526"/>
            <a:ext cx="669779" cy="195599"/>
          </a:xfrm>
          <a:custGeom>
            <a:avLst/>
            <a:gdLst/>
            <a:ahLst/>
            <a:cxnLst/>
            <a:rect r="r" b="b" t="t" l="l"/>
            <a:pathLst>
              <a:path h="195599" w="669779">
                <a:moveTo>
                  <a:pt x="0" y="0"/>
                </a:moveTo>
                <a:lnTo>
                  <a:pt x="669779" y="0"/>
                </a:lnTo>
                <a:lnTo>
                  <a:pt x="669779" y="195600"/>
                </a:lnTo>
                <a:lnTo>
                  <a:pt x="0" y="195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>
            <a:hlinkClick r:id="rId8" tooltip="https://www.uneiaparjour.fr/leonardo/"/>
          </p:cNvPr>
          <p:cNvSpPr/>
          <p:nvPr/>
        </p:nvSpPr>
        <p:spPr>
          <a:xfrm flipH="false" flipV="false" rot="0">
            <a:off x="4309151" y="7782819"/>
            <a:ext cx="730189" cy="185507"/>
          </a:xfrm>
          <a:custGeom>
            <a:avLst/>
            <a:gdLst/>
            <a:ahLst/>
            <a:cxnLst/>
            <a:rect r="r" b="b" t="t" l="l"/>
            <a:pathLst>
              <a:path h="185507" w="730189">
                <a:moveTo>
                  <a:pt x="0" y="0"/>
                </a:moveTo>
                <a:lnTo>
                  <a:pt x="730188" y="0"/>
                </a:lnTo>
                <a:lnTo>
                  <a:pt x="730188" y="185507"/>
                </a:lnTo>
                <a:lnTo>
                  <a:pt x="0" y="18550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6" id="6">
            <a:hlinkClick r:id="rId10" tooltip="https://www.uneiaparjour.fr/dicte/"/>
          </p:cNvPr>
          <p:cNvSpPr/>
          <p:nvPr/>
        </p:nvSpPr>
        <p:spPr>
          <a:xfrm flipH="false" flipV="false" rot="0">
            <a:off x="6025066" y="6073129"/>
            <a:ext cx="523337" cy="202198"/>
          </a:xfrm>
          <a:custGeom>
            <a:avLst/>
            <a:gdLst/>
            <a:ahLst/>
            <a:cxnLst/>
            <a:rect r="r" b="b" t="t" l="l"/>
            <a:pathLst>
              <a:path h="202198" w="523337">
                <a:moveTo>
                  <a:pt x="0" y="0"/>
                </a:moveTo>
                <a:lnTo>
                  <a:pt x="523337" y="0"/>
                </a:lnTo>
                <a:lnTo>
                  <a:pt x="523337" y="202198"/>
                </a:lnTo>
                <a:lnTo>
                  <a:pt x="0" y="20219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7" id="7">
            <a:hlinkClick r:id="rId12" tooltip="https://www.uneiaparjour.fr/sonauto/"/>
          </p:cNvPr>
          <p:cNvSpPr/>
          <p:nvPr/>
        </p:nvSpPr>
        <p:spPr>
          <a:xfrm flipH="false" flipV="false" rot="0">
            <a:off x="8258408" y="5836428"/>
            <a:ext cx="757805" cy="223131"/>
          </a:xfrm>
          <a:custGeom>
            <a:avLst/>
            <a:gdLst/>
            <a:ahLst/>
            <a:cxnLst/>
            <a:rect r="r" b="b" t="t" l="l"/>
            <a:pathLst>
              <a:path h="223131" w="757805">
                <a:moveTo>
                  <a:pt x="0" y="0"/>
                </a:moveTo>
                <a:lnTo>
                  <a:pt x="757805" y="0"/>
                </a:lnTo>
                <a:lnTo>
                  <a:pt x="757805" y="223132"/>
                </a:lnTo>
                <a:lnTo>
                  <a:pt x="0" y="22313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8" id="8">
            <a:hlinkClick r:id="rId14" tooltip="https://www.uneiaparjour.fr/suno/"/>
          </p:cNvPr>
          <p:cNvSpPr/>
          <p:nvPr/>
        </p:nvSpPr>
        <p:spPr>
          <a:xfrm flipH="false" flipV="false" rot="0">
            <a:off x="7225252" y="5909047"/>
            <a:ext cx="577736" cy="194283"/>
          </a:xfrm>
          <a:custGeom>
            <a:avLst/>
            <a:gdLst/>
            <a:ahLst/>
            <a:cxnLst/>
            <a:rect r="r" b="b" t="t" l="l"/>
            <a:pathLst>
              <a:path h="194283" w="577736">
                <a:moveTo>
                  <a:pt x="0" y="0"/>
                </a:moveTo>
                <a:lnTo>
                  <a:pt x="577736" y="0"/>
                </a:lnTo>
                <a:lnTo>
                  <a:pt x="577736" y="194283"/>
                </a:lnTo>
                <a:lnTo>
                  <a:pt x="0" y="19428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9" id="9">
            <a:hlinkClick r:id="rId16" tooltip="https://www.uneiaparjour.fr/quiz-wizard/"/>
          </p:cNvPr>
          <p:cNvSpPr/>
          <p:nvPr/>
        </p:nvSpPr>
        <p:spPr>
          <a:xfrm flipH="false" flipV="false" rot="0">
            <a:off x="6331114" y="4622826"/>
            <a:ext cx="782788" cy="196815"/>
          </a:xfrm>
          <a:custGeom>
            <a:avLst/>
            <a:gdLst/>
            <a:ahLst/>
            <a:cxnLst/>
            <a:rect r="r" b="b" t="t" l="l"/>
            <a:pathLst>
              <a:path h="196815" w="782788">
                <a:moveTo>
                  <a:pt x="0" y="0"/>
                </a:moveTo>
                <a:lnTo>
                  <a:pt x="782787" y="0"/>
                </a:lnTo>
                <a:lnTo>
                  <a:pt x="782787" y="196815"/>
                </a:lnTo>
                <a:lnTo>
                  <a:pt x="0" y="19681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10" id="10">
            <a:hlinkClick r:id="rId18" tooltip="https://www.uneiaparjour.fr/quizizz/"/>
          </p:cNvPr>
          <p:cNvSpPr/>
          <p:nvPr/>
        </p:nvSpPr>
        <p:spPr>
          <a:xfrm flipH="false" flipV="false" rot="0">
            <a:off x="7272256" y="4079901"/>
            <a:ext cx="594895" cy="215295"/>
          </a:xfrm>
          <a:custGeom>
            <a:avLst/>
            <a:gdLst/>
            <a:ahLst/>
            <a:cxnLst/>
            <a:rect r="r" b="b" t="t" l="l"/>
            <a:pathLst>
              <a:path h="215295" w="594895">
                <a:moveTo>
                  <a:pt x="0" y="0"/>
                </a:moveTo>
                <a:lnTo>
                  <a:pt x="594895" y="0"/>
                </a:lnTo>
                <a:lnTo>
                  <a:pt x="594895" y="215295"/>
                </a:lnTo>
                <a:lnTo>
                  <a:pt x="0" y="21529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11" id="11">
            <a:hlinkClick r:id="rId20" tooltip="https://www.uneiaparjour.fr/eduease/"/>
          </p:cNvPr>
          <p:cNvSpPr/>
          <p:nvPr/>
        </p:nvSpPr>
        <p:spPr>
          <a:xfrm flipH="false" flipV="false" rot="0">
            <a:off x="8295865" y="4123746"/>
            <a:ext cx="499654" cy="171450"/>
          </a:xfrm>
          <a:custGeom>
            <a:avLst/>
            <a:gdLst/>
            <a:ahLst/>
            <a:cxnLst/>
            <a:rect r="r" b="b" t="t" l="l"/>
            <a:pathLst>
              <a:path h="171450" w="499654">
                <a:moveTo>
                  <a:pt x="0" y="0"/>
                </a:moveTo>
                <a:lnTo>
                  <a:pt x="499655" y="0"/>
                </a:lnTo>
                <a:lnTo>
                  <a:pt x="499655" y="171450"/>
                </a:lnTo>
                <a:lnTo>
                  <a:pt x="0" y="17145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12" id="12">
            <a:hlinkClick r:id="rId22" tooltip="https://www.uneiaparjour.fr/flashcardx/"/>
          </p:cNvPr>
          <p:cNvSpPr/>
          <p:nvPr/>
        </p:nvSpPr>
        <p:spPr>
          <a:xfrm flipH="false" flipV="false" rot="0">
            <a:off x="8120450" y="3576334"/>
            <a:ext cx="778943" cy="185463"/>
          </a:xfrm>
          <a:custGeom>
            <a:avLst/>
            <a:gdLst/>
            <a:ahLst/>
            <a:cxnLst/>
            <a:rect r="r" b="b" t="t" l="l"/>
            <a:pathLst>
              <a:path h="185463" w="778943">
                <a:moveTo>
                  <a:pt x="0" y="0"/>
                </a:moveTo>
                <a:lnTo>
                  <a:pt x="778942" y="0"/>
                </a:lnTo>
                <a:lnTo>
                  <a:pt x="778942" y="185462"/>
                </a:lnTo>
                <a:lnTo>
                  <a:pt x="0" y="18546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13" id="13">
            <a:hlinkClick r:id="rId24" tooltip="https://www.uneiaparjour.fr/quizalize/"/>
          </p:cNvPr>
          <p:cNvSpPr/>
          <p:nvPr/>
        </p:nvSpPr>
        <p:spPr>
          <a:xfrm flipH="false" flipV="false" rot="0">
            <a:off x="7380354" y="4642335"/>
            <a:ext cx="606048" cy="209443"/>
          </a:xfrm>
          <a:custGeom>
            <a:avLst/>
            <a:gdLst/>
            <a:ahLst/>
            <a:cxnLst/>
            <a:rect r="r" b="b" t="t" l="l"/>
            <a:pathLst>
              <a:path h="209443" w="606048">
                <a:moveTo>
                  <a:pt x="0" y="0"/>
                </a:moveTo>
                <a:lnTo>
                  <a:pt x="606048" y="0"/>
                </a:lnTo>
                <a:lnTo>
                  <a:pt x="606048" y="209443"/>
                </a:lnTo>
                <a:lnTo>
                  <a:pt x="0" y="209443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6025066" y="3872109"/>
            <a:ext cx="740619" cy="219075"/>
            <a:chOff x="0" y="0"/>
            <a:chExt cx="987492" cy="292100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987492" cy="292100"/>
              <a:chOff x="0" y="0"/>
              <a:chExt cx="312061" cy="92308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312061" cy="92308"/>
              </a:xfrm>
              <a:custGeom>
                <a:avLst/>
                <a:gdLst/>
                <a:ahLst/>
                <a:cxnLst/>
                <a:rect r="r" b="b" t="t" l="l"/>
                <a:pathLst>
                  <a:path h="92308" w="312061">
                    <a:moveTo>
                      <a:pt x="0" y="0"/>
                    </a:moveTo>
                    <a:lnTo>
                      <a:pt x="312061" y="0"/>
                    </a:lnTo>
                    <a:lnTo>
                      <a:pt x="312061" y="92308"/>
                    </a:lnTo>
                    <a:lnTo>
                      <a:pt x="0" y="92308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57150"/>
                <a:ext cx="312061" cy="14945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39"/>
                  </a:lnSpc>
                </a:pPr>
              </a:p>
            </p:txBody>
          </p:sp>
        </p:grpSp>
        <p:sp>
          <p:nvSpPr>
            <p:cNvPr name="Freeform 18" id="18">
              <a:hlinkClick r:id="rId26" tooltip="https://www.uneiaparjour.fr/gamma/"/>
            </p:cNvPr>
            <p:cNvSpPr/>
            <p:nvPr/>
          </p:nvSpPr>
          <p:spPr>
            <a:xfrm flipH="false" flipV="false" rot="0">
              <a:off x="43544" y="9492"/>
              <a:ext cx="902461" cy="270738"/>
            </a:xfrm>
            <a:custGeom>
              <a:avLst/>
              <a:gdLst/>
              <a:ahLst/>
              <a:cxnLst/>
              <a:rect r="r" b="b" t="t" l="l"/>
              <a:pathLst>
                <a:path h="270738" w="902461">
                  <a:moveTo>
                    <a:pt x="0" y="0"/>
                  </a:moveTo>
                  <a:lnTo>
                    <a:pt x="902461" y="0"/>
                  </a:lnTo>
                  <a:lnTo>
                    <a:pt x="902461" y="270738"/>
                  </a:lnTo>
                  <a:lnTo>
                    <a:pt x="0" y="27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>
                <a:fillRect l="0" t="0" r="0" b="0"/>
              </a:stretch>
            </a:blipFill>
          </p:spPr>
        </p:sp>
      </p:grpSp>
      <p:sp>
        <p:nvSpPr>
          <p:cNvPr name="Freeform 19" id="19">
            <a:hlinkClick r:id="rId28" tooltip="https://www.uneiaparjour.fr/prezo/"/>
          </p:cNvPr>
          <p:cNvSpPr/>
          <p:nvPr/>
        </p:nvSpPr>
        <p:spPr>
          <a:xfrm flipH="false" flipV="false" rot="0">
            <a:off x="7757374" y="2952308"/>
            <a:ext cx="645758" cy="234176"/>
          </a:xfrm>
          <a:custGeom>
            <a:avLst/>
            <a:gdLst/>
            <a:ahLst/>
            <a:cxnLst/>
            <a:rect r="r" b="b" t="t" l="l"/>
            <a:pathLst>
              <a:path h="234176" w="645758">
                <a:moveTo>
                  <a:pt x="0" y="0"/>
                </a:moveTo>
                <a:lnTo>
                  <a:pt x="645758" y="0"/>
                </a:lnTo>
                <a:lnTo>
                  <a:pt x="645758" y="234176"/>
                </a:lnTo>
                <a:lnTo>
                  <a:pt x="0" y="234176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l="0" t="0" r="0" b="0"/>
            </a:stretch>
          </a:blipFill>
        </p:spPr>
      </p:sp>
      <p:sp>
        <p:nvSpPr>
          <p:cNvPr name="Freeform 20" id="20">
            <a:hlinkClick r:id="rId30" tooltip="https://www.uneiaparjour.fr/gibbly/"/>
          </p:cNvPr>
          <p:cNvSpPr/>
          <p:nvPr/>
        </p:nvSpPr>
        <p:spPr>
          <a:xfrm flipH="false" flipV="false" rot="0">
            <a:off x="6478302" y="2942070"/>
            <a:ext cx="733240" cy="244413"/>
          </a:xfrm>
          <a:custGeom>
            <a:avLst/>
            <a:gdLst/>
            <a:ahLst/>
            <a:cxnLst/>
            <a:rect r="r" b="b" t="t" l="l"/>
            <a:pathLst>
              <a:path h="244413" w="733240">
                <a:moveTo>
                  <a:pt x="0" y="0"/>
                </a:moveTo>
                <a:lnTo>
                  <a:pt x="733240" y="0"/>
                </a:lnTo>
                <a:lnTo>
                  <a:pt x="733240" y="244414"/>
                </a:lnTo>
                <a:lnTo>
                  <a:pt x="0" y="244414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4756040" y="5701312"/>
            <a:ext cx="772368" cy="270233"/>
          </a:xfrm>
          <a:custGeom>
            <a:avLst/>
            <a:gdLst/>
            <a:ahLst/>
            <a:cxnLst/>
            <a:rect r="r" b="b" t="t" l="l"/>
            <a:pathLst>
              <a:path h="270233" w="772368">
                <a:moveTo>
                  <a:pt x="0" y="0"/>
                </a:moveTo>
                <a:lnTo>
                  <a:pt x="772368" y="0"/>
                </a:lnTo>
                <a:lnTo>
                  <a:pt x="772368" y="270233"/>
                </a:lnTo>
                <a:lnTo>
                  <a:pt x="0" y="270233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 l="0" t="0" r="0" b="0"/>
            </a:stretch>
          </a:blipFill>
        </p:spPr>
      </p:sp>
      <p:sp>
        <p:nvSpPr>
          <p:cNvPr name="Freeform 22" id="22">
            <a:hlinkClick r:id="rId33" tooltip="https://www.uneiaparjour.fr/copula/"/>
          </p:cNvPr>
          <p:cNvSpPr/>
          <p:nvPr/>
        </p:nvSpPr>
        <p:spPr>
          <a:xfrm flipH="false" flipV="false" rot="0">
            <a:off x="5331782" y="1690483"/>
            <a:ext cx="555213" cy="222085"/>
          </a:xfrm>
          <a:custGeom>
            <a:avLst/>
            <a:gdLst/>
            <a:ahLst/>
            <a:cxnLst/>
            <a:rect r="r" b="b" t="t" l="l"/>
            <a:pathLst>
              <a:path h="222085" w="555213">
                <a:moveTo>
                  <a:pt x="0" y="0"/>
                </a:moveTo>
                <a:lnTo>
                  <a:pt x="555213" y="0"/>
                </a:lnTo>
                <a:lnTo>
                  <a:pt x="555213" y="222085"/>
                </a:lnTo>
                <a:lnTo>
                  <a:pt x="0" y="222085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 l="0" t="0" r="0" b="0"/>
            </a:stretch>
          </a:blipFill>
        </p:spPr>
      </p:sp>
      <p:sp>
        <p:nvSpPr>
          <p:cNvPr name="Freeform 23" id="23">
            <a:hlinkClick r:id="rId35" tooltip="https://www.uneiaparjour.fr/julius/"/>
          </p:cNvPr>
          <p:cNvSpPr/>
          <p:nvPr/>
        </p:nvSpPr>
        <p:spPr>
          <a:xfrm flipH="false" flipV="false" rot="0">
            <a:off x="5349367" y="2298664"/>
            <a:ext cx="433388" cy="171450"/>
          </a:xfrm>
          <a:custGeom>
            <a:avLst/>
            <a:gdLst/>
            <a:ahLst/>
            <a:cxnLst/>
            <a:rect r="r" b="b" t="t" l="l"/>
            <a:pathLst>
              <a:path h="171450" w="433388">
                <a:moveTo>
                  <a:pt x="0" y="0"/>
                </a:moveTo>
                <a:lnTo>
                  <a:pt x="433388" y="0"/>
                </a:lnTo>
                <a:lnTo>
                  <a:pt x="433388" y="171450"/>
                </a:lnTo>
                <a:lnTo>
                  <a:pt x="0" y="171450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2261178" y="2416003"/>
            <a:ext cx="566347" cy="232722"/>
            <a:chOff x="0" y="0"/>
            <a:chExt cx="163978" cy="6738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63978" cy="67381"/>
            </a:xfrm>
            <a:custGeom>
              <a:avLst/>
              <a:gdLst/>
              <a:ahLst/>
              <a:cxnLst/>
              <a:rect r="r" b="b" t="t" l="l"/>
              <a:pathLst>
                <a:path h="67381" w="163978">
                  <a:moveTo>
                    <a:pt x="0" y="0"/>
                  </a:moveTo>
                  <a:lnTo>
                    <a:pt x="163978" y="0"/>
                  </a:lnTo>
                  <a:lnTo>
                    <a:pt x="163978" y="67381"/>
                  </a:lnTo>
                  <a:lnTo>
                    <a:pt x="0" y="6738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163978" cy="124531"/>
            </a:xfrm>
            <a:prstGeom prst="rect">
              <a:avLst/>
            </a:prstGeom>
          </p:spPr>
          <p:txBody>
            <a:bodyPr anchor="ctr" rtlCol="false" tIns="46210" lIns="46210" bIns="46210" rIns="4621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27" id="27">
            <a:hlinkClick r:id="rId37" tooltip="https://www.uneiaparjour.fr/twee/"/>
          </p:cNvPr>
          <p:cNvSpPr/>
          <p:nvPr/>
        </p:nvSpPr>
        <p:spPr>
          <a:xfrm flipH="false" flipV="false" rot="0">
            <a:off x="2288021" y="2450025"/>
            <a:ext cx="489799" cy="163266"/>
          </a:xfrm>
          <a:custGeom>
            <a:avLst/>
            <a:gdLst/>
            <a:ahLst/>
            <a:cxnLst/>
            <a:rect r="r" b="b" t="t" l="l"/>
            <a:pathLst>
              <a:path h="163266" w="489799">
                <a:moveTo>
                  <a:pt x="0" y="0"/>
                </a:moveTo>
                <a:lnTo>
                  <a:pt x="489799" y="0"/>
                </a:lnTo>
                <a:lnTo>
                  <a:pt x="489799" y="163267"/>
                </a:lnTo>
                <a:lnTo>
                  <a:pt x="0" y="163267"/>
                </a:lnTo>
                <a:lnTo>
                  <a:pt x="0" y="0"/>
                </a:lnTo>
                <a:close/>
              </a:path>
            </a:pathLst>
          </a:custGeom>
          <a:blipFill>
            <a:blip r:embed="rId36"/>
            <a:stretch>
              <a:fillRect l="0" t="0" r="0" b="0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1877335" y="2832298"/>
            <a:ext cx="475015" cy="248916"/>
            <a:chOff x="0" y="0"/>
            <a:chExt cx="633353" cy="331889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10766" y="48544"/>
              <a:ext cx="622587" cy="283345"/>
              <a:chOff x="0" y="0"/>
              <a:chExt cx="198284" cy="90241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198284" cy="90241"/>
              </a:xfrm>
              <a:custGeom>
                <a:avLst/>
                <a:gdLst/>
                <a:ahLst/>
                <a:cxnLst/>
                <a:rect r="r" b="b" t="t" l="l"/>
                <a:pathLst>
                  <a:path h="90241" w="198284">
                    <a:moveTo>
                      <a:pt x="0" y="0"/>
                    </a:moveTo>
                    <a:lnTo>
                      <a:pt x="198284" y="0"/>
                    </a:lnTo>
                    <a:lnTo>
                      <a:pt x="198284" y="90241"/>
                    </a:lnTo>
                    <a:lnTo>
                      <a:pt x="0" y="90241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57150"/>
                <a:ext cx="198284" cy="14739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39"/>
                  </a:lnSpc>
                </a:pPr>
              </a:p>
            </p:txBody>
          </p:sp>
        </p:grpSp>
        <p:sp>
          <p:nvSpPr>
            <p:cNvPr name="Freeform 32" id="32">
              <a:hlinkClick r:id="rId39" tooltip="https://www.uneiaparjour.fr/diffit/"/>
            </p:cNvPr>
            <p:cNvSpPr/>
            <p:nvPr/>
          </p:nvSpPr>
          <p:spPr>
            <a:xfrm flipH="false" flipV="false" rot="0">
              <a:off x="0" y="0"/>
              <a:ext cx="590762" cy="331889"/>
            </a:xfrm>
            <a:custGeom>
              <a:avLst/>
              <a:gdLst/>
              <a:ahLst/>
              <a:cxnLst/>
              <a:rect r="r" b="b" t="t" l="l"/>
              <a:pathLst>
                <a:path h="331889" w="590762">
                  <a:moveTo>
                    <a:pt x="0" y="0"/>
                  </a:moveTo>
                  <a:lnTo>
                    <a:pt x="590762" y="0"/>
                  </a:lnTo>
                  <a:lnTo>
                    <a:pt x="590762" y="331889"/>
                  </a:lnTo>
                  <a:lnTo>
                    <a:pt x="0" y="3318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8"/>
              <a:stretch>
                <a:fillRect l="0" t="0" r="0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2809380" y="3339408"/>
            <a:ext cx="486141" cy="248916"/>
            <a:chOff x="0" y="0"/>
            <a:chExt cx="648188" cy="331889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2062" y="0"/>
              <a:ext cx="646126" cy="331889"/>
              <a:chOff x="0" y="0"/>
              <a:chExt cx="192322" cy="98788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192322" cy="98788"/>
              </a:xfrm>
              <a:custGeom>
                <a:avLst/>
                <a:gdLst/>
                <a:ahLst/>
                <a:cxnLst/>
                <a:rect r="r" b="b" t="t" l="l"/>
                <a:pathLst>
                  <a:path h="98788" w="192322">
                    <a:moveTo>
                      <a:pt x="0" y="0"/>
                    </a:moveTo>
                    <a:lnTo>
                      <a:pt x="192322" y="0"/>
                    </a:lnTo>
                    <a:lnTo>
                      <a:pt x="192322" y="98788"/>
                    </a:lnTo>
                    <a:lnTo>
                      <a:pt x="0" y="98788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57150"/>
                <a:ext cx="192322" cy="15593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39"/>
                  </a:lnSpc>
                </a:pPr>
              </a:p>
            </p:txBody>
          </p:sp>
        </p:grpSp>
        <p:sp>
          <p:nvSpPr>
            <p:cNvPr name="Freeform 37" id="37">
              <a:hlinkClick r:id="rId41" tooltip="https://www.uneiaparjour.fr/magicschool/"/>
            </p:cNvPr>
            <p:cNvSpPr/>
            <p:nvPr/>
          </p:nvSpPr>
          <p:spPr>
            <a:xfrm flipH="false" flipV="false" rot="0">
              <a:off x="0" y="22622"/>
              <a:ext cx="632103" cy="275597"/>
            </a:xfrm>
            <a:custGeom>
              <a:avLst/>
              <a:gdLst/>
              <a:ahLst/>
              <a:cxnLst/>
              <a:rect r="r" b="b" t="t" l="l"/>
              <a:pathLst>
                <a:path h="275597" w="632103">
                  <a:moveTo>
                    <a:pt x="0" y="0"/>
                  </a:moveTo>
                  <a:lnTo>
                    <a:pt x="632103" y="0"/>
                  </a:lnTo>
                  <a:lnTo>
                    <a:pt x="632103" y="275597"/>
                  </a:lnTo>
                  <a:lnTo>
                    <a:pt x="0" y="2755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0"/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2924505" y="2954739"/>
            <a:ext cx="959447" cy="219075"/>
            <a:chOff x="0" y="0"/>
            <a:chExt cx="1279263" cy="292100"/>
          </a:xfrm>
        </p:grpSpPr>
        <p:grpSp>
          <p:nvGrpSpPr>
            <p:cNvPr name="Group 39" id="39"/>
            <p:cNvGrpSpPr/>
            <p:nvPr/>
          </p:nvGrpSpPr>
          <p:grpSpPr>
            <a:xfrm rot="0">
              <a:off x="0" y="0"/>
              <a:ext cx="1279263" cy="292100"/>
              <a:chOff x="0" y="0"/>
              <a:chExt cx="263126" cy="60081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263126" cy="60081"/>
              </a:xfrm>
              <a:custGeom>
                <a:avLst/>
                <a:gdLst/>
                <a:ahLst/>
                <a:cxnLst/>
                <a:rect r="r" b="b" t="t" l="l"/>
                <a:pathLst>
                  <a:path h="60081" w="263126">
                    <a:moveTo>
                      <a:pt x="0" y="0"/>
                    </a:moveTo>
                    <a:lnTo>
                      <a:pt x="263126" y="0"/>
                    </a:lnTo>
                    <a:lnTo>
                      <a:pt x="263126" y="60081"/>
                    </a:lnTo>
                    <a:lnTo>
                      <a:pt x="0" y="60081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57150"/>
                <a:ext cx="263126" cy="11723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39"/>
                  </a:lnSpc>
                </a:pPr>
              </a:p>
            </p:txBody>
          </p:sp>
        </p:grpSp>
        <p:sp>
          <p:nvSpPr>
            <p:cNvPr name="Freeform 42" id="42">
              <a:hlinkClick r:id="rId43" tooltip="https://www.uneiaparjour.fr/brisk-teaching/"/>
            </p:cNvPr>
            <p:cNvSpPr/>
            <p:nvPr/>
          </p:nvSpPr>
          <p:spPr>
            <a:xfrm flipH="false" flipV="false" rot="0">
              <a:off x="12522" y="32776"/>
              <a:ext cx="1226487" cy="228433"/>
            </a:xfrm>
            <a:custGeom>
              <a:avLst/>
              <a:gdLst/>
              <a:ahLst/>
              <a:cxnLst/>
              <a:rect r="r" b="b" t="t" l="l"/>
              <a:pathLst>
                <a:path h="228433" w="1226487">
                  <a:moveTo>
                    <a:pt x="0" y="0"/>
                  </a:moveTo>
                  <a:lnTo>
                    <a:pt x="1226486" y="0"/>
                  </a:lnTo>
                  <a:lnTo>
                    <a:pt x="1226486" y="228433"/>
                  </a:lnTo>
                  <a:lnTo>
                    <a:pt x="0" y="2284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2"/>
              <a:stretch>
                <a:fillRect l="0" t="0" r="0" b="0"/>
              </a:stretch>
            </a:blipFill>
          </p:spPr>
        </p:sp>
      </p:grpSp>
      <p:sp>
        <p:nvSpPr>
          <p:cNvPr name="Freeform 43" id="43">
            <a:hlinkClick r:id="rId45" tooltip="https://www.uneiaparjour.fr/hailuoai/"/>
          </p:cNvPr>
          <p:cNvSpPr/>
          <p:nvPr/>
        </p:nvSpPr>
        <p:spPr>
          <a:xfrm flipH="false" flipV="false" rot="0">
            <a:off x="3339683" y="8551602"/>
            <a:ext cx="648969" cy="213020"/>
          </a:xfrm>
          <a:custGeom>
            <a:avLst/>
            <a:gdLst/>
            <a:ahLst/>
            <a:cxnLst/>
            <a:rect r="r" b="b" t="t" l="l"/>
            <a:pathLst>
              <a:path h="213020" w="648969">
                <a:moveTo>
                  <a:pt x="0" y="0"/>
                </a:moveTo>
                <a:lnTo>
                  <a:pt x="648969" y="0"/>
                </a:lnTo>
                <a:lnTo>
                  <a:pt x="648969" y="213021"/>
                </a:lnTo>
                <a:lnTo>
                  <a:pt x="0" y="213021"/>
                </a:lnTo>
                <a:lnTo>
                  <a:pt x="0" y="0"/>
                </a:lnTo>
                <a:close/>
              </a:path>
            </a:pathLst>
          </a:custGeom>
          <a:blipFill>
            <a:blip r:embed="rId44"/>
            <a:stretch>
              <a:fillRect l="0" t="0" r="0" b="0"/>
            </a:stretch>
          </a:blipFill>
        </p:spPr>
      </p:sp>
      <p:sp>
        <p:nvSpPr>
          <p:cNvPr name="Freeform 44" id="44">
            <a:hlinkClick r:id="rId47" tooltip="https://www.uneiaparjour.fr/kling/"/>
          </p:cNvPr>
          <p:cNvSpPr/>
          <p:nvPr/>
        </p:nvSpPr>
        <p:spPr>
          <a:xfrm flipH="false" flipV="false" rot="0">
            <a:off x="4342950" y="8797195"/>
            <a:ext cx="682640" cy="195635"/>
          </a:xfrm>
          <a:custGeom>
            <a:avLst/>
            <a:gdLst/>
            <a:ahLst/>
            <a:cxnLst/>
            <a:rect r="r" b="b" t="t" l="l"/>
            <a:pathLst>
              <a:path h="195635" w="682640">
                <a:moveTo>
                  <a:pt x="0" y="0"/>
                </a:moveTo>
                <a:lnTo>
                  <a:pt x="682640" y="0"/>
                </a:lnTo>
                <a:lnTo>
                  <a:pt x="682640" y="195635"/>
                </a:lnTo>
                <a:lnTo>
                  <a:pt x="0" y="195635"/>
                </a:lnTo>
                <a:lnTo>
                  <a:pt x="0" y="0"/>
                </a:lnTo>
                <a:close/>
              </a:path>
            </a:pathLst>
          </a:custGeom>
          <a:blipFill>
            <a:blip r:embed="rId46"/>
            <a:stretch>
              <a:fillRect l="0" t="0" r="0" b="0"/>
            </a:stretch>
          </a:blipFill>
        </p:spPr>
      </p:sp>
      <p:sp>
        <p:nvSpPr>
          <p:cNvPr name="Freeform 45" id="45">
            <a:hlinkClick r:id="rId49" tooltip="https://www.uneiaparjour.fr/perplexity/"/>
          </p:cNvPr>
          <p:cNvSpPr/>
          <p:nvPr/>
        </p:nvSpPr>
        <p:spPr>
          <a:xfrm flipH="false" flipV="false" rot="0">
            <a:off x="5277416" y="6662863"/>
            <a:ext cx="663944" cy="200930"/>
          </a:xfrm>
          <a:custGeom>
            <a:avLst/>
            <a:gdLst/>
            <a:ahLst/>
            <a:cxnLst/>
            <a:rect r="r" b="b" t="t" l="l"/>
            <a:pathLst>
              <a:path h="200930" w="663944">
                <a:moveTo>
                  <a:pt x="0" y="0"/>
                </a:moveTo>
                <a:lnTo>
                  <a:pt x="663944" y="0"/>
                </a:lnTo>
                <a:lnTo>
                  <a:pt x="663944" y="200930"/>
                </a:lnTo>
                <a:lnTo>
                  <a:pt x="0" y="200930"/>
                </a:lnTo>
                <a:lnTo>
                  <a:pt x="0" y="0"/>
                </a:lnTo>
                <a:close/>
              </a:path>
            </a:pathLst>
          </a:custGeom>
          <a:blipFill>
            <a:blip r:embed="rId48"/>
            <a:stretch>
              <a:fillRect l="0" t="0" r="0" b="0"/>
            </a:stretch>
          </a:blipFill>
        </p:spPr>
      </p:sp>
      <p:sp>
        <p:nvSpPr>
          <p:cNvPr name="Freeform 46" id="46">
            <a:hlinkClick r:id="rId51" tooltip="https://www.uneiaparjour.fr/youchat/"/>
          </p:cNvPr>
          <p:cNvSpPr/>
          <p:nvPr/>
        </p:nvSpPr>
        <p:spPr>
          <a:xfrm flipH="false" flipV="false" rot="0">
            <a:off x="6457225" y="8465082"/>
            <a:ext cx="616424" cy="198509"/>
          </a:xfrm>
          <a:custGeom>
            <a:avLst/>
            <a:gdLst/>
            <a:ahLst/>
            <a:cxnLst/>
            <a:rect r="r" b="b" t="t" l="l"/>
            <a:pathLst>
              <a:path h="198509" w="616424">
                <a:moveTo>
                  <a:pt x="0" y="0"/>
                </a:moveTo>
                <a:lnTo>
                  <a:pt x="616424" y="0"/>
                </a:lnTo>
                <a:lnTo>
                  <a:pt x="616424" y="198509"/>
                </a:lnTo>
                <a:lnTo>
                  <a:pt x="0" y="198509"/>
                </a:lnTo>
                <a:lnTo>
                  <a:pt x="0" y="0"/>
                </a:lnTo>
                <a:close/>
              </a:path>
            </a:pathLst>
          </a:custGeom>
          <a:blipFill>
            <a:blip r:embed="rId50"/>
            <a:stretch>
              <a:fillRect l="0" t="0" r="0" b="0"/>
            </a:stretch>
          </a:blipFill>
        </p:spPr>
      </p:sp>
      <p:sp>
        <p:nvSpPr>
          <p:cNvPr name="Freeform 47" id="47">
            <a:hlinkClick r:id="rId53" tooltip="https://www.uneiaparjour.fr/bagoodex/"/>
          </p:cNvPr>
          <p:cNvSpPr/>
          <p:nvPr/>
        </p:nvSpPr>
        <p:spPr>
          <a:xfrm flipH="false" flipV="false" rot="0">
            <a:off x="5437182" y="7349568"/>
            <a:ext cx="655544" cy="171450"/>
          </a:xfrm>
          <a:custGeom>
            <a:avLst/>
            <a:gdLst/>
            <a:ahLst/>
            <a:cxnLst/>
            <a:rect r="r" b="b" t="t" l="l"/>
            <a:pathLst>
              <a:path h="171450" w="655544">
                <a:moveTo>
                  <a:pt x="0" y="0"/>
                </a:moveTo>
                <a:lnTo>
                  <a:pt x="655544" y="0"/>
                </a:lnTo>
                <a:lnTo>
                  <a:pt x="655544" y="171450"/>
                </a:lnTo>
                <a:lnTo>
                  <a:pt x="0" y="171450"/>
                </a:lnTo>
                <a:lnTo>
                  <a:pt x="0" y="0"/>
                </a:lnTo>
                <a:close/>
              </a:path>
            </a:pathLst>
          </a:custGeom>
          <a:blipFill>
            <a:blip r:embed="rId52"/>
            <a:stretch>
              <a:fillRect l="0" t="0" r="0" b="0"/>
            </a:stretch>
          </a:blipFill>
        </p:spPr>
      </p:sp>
      <p:sp>
        <p:nvSpPr>
          <p:cNvPr name="Freeform 48" id="48">
            <a:hlinkClick r:id="rId55" tooltip="https://www.uneiaparjour.fr/genspark/"/>
          </p:cNvPr>
          <p:cNvSpPr/>
          <p:nvPr/>
        </p:nvSpPr>
        <p:spPr>
          <a:xfrm flipH="false" flipV="false" rot="0">
            <a:off x="5331782" y="8764623"/>
            <a:ext cx="682401" cy="188248"/>
          </a:xfrm>
          <a:custGeom>
            <a:avLst/>
            <a:gdLst/>
            <a:ahLst/>
            <a:cxnLst/>
            <a:rect r="r" b="b" t="t" l="l"/>
            <a:pathLst>
              <a:path h="188248" w="682401">
                <a:moveTo>
                  <a:pt x="0" y="0"/>
                </a:moveTo>
                <a:lnTo>
                  <a:pt x="682400" y="0"/>
                </a:lnTo>
                <a:lnTo>
                  <a:pt x="682400" y="188248"/>
                </a:lnTo>
                <a:lnTo>
                  <a:pt x="0" y="188248"/>
                </a:lnTo>
                <a:lnTo>
                  <a:pt x="0" y="0"/>
                </a:lnTo>
                <a:close/>
              </a:path>
            </a:pathLst>
          </a:custGeom>
          <a:blipFill>
            <a:blip r:embed="rId54"/>
            <a:stretch>
              <a:fillRect l="-4367" t="-17560" r="-1691" b="-21363"/>
            </a:stretch>
          </a:blipFill>
        </p:spPr>
      </p:sp>
      <p:sp>
        <p:nvSpPr>
          <p:cNvPr name="Freeform 49" id="49">
            <a:hlinkClick r:id="rId57" tooltip="https://www.uneiaparjour.fr/mumble/"/>
          </p:cNvPr>
          <p:cNvSpPr/>
          <p:nvPr/>
        </p:nvSpPr>
        <p:spPr>
          <a:xfrm flipH="false" flipV="false" rot="0">
            <a:off x="7699733" y="7052619"/>
            <a:ext cx="741991" cy="219849"/>
          </a:xfrm>
          <a:custGeom>
            <a:avLst/>
            <a:gdLst/>
            <a:ahLst/>
            <a:cxnLst/>
            <a:rect r="r" b="b" t="t" l="l"/>
            <a:pathLst>
              <a:path h="219849" w="741991">
                <a:moveTo>
                  <a:pt x="0" y="0"/>
                </a:moveTo>
                <a:lnTo>
                  <a:pt x="741991" y="0"/>
                </a:lnTo>
                <a:lnTo>
                  <a:pt x="741991" y="219850"/>
                </a:lnTo>
                <a:lnTo>
                  <a:pt x="0" y="219850"/>
                </a:lnTo>
                <a:lnTo>
                  <a:pt x="0" y="0"/>
                </a:lnTo>
                <a:close/>
              </a:path>
            </a:pathLst>
          </a:custGeom>
          <a:blipFill>
            <a:blip r:embed="rId56"/>
            <a:stretch>
              <a:fillRect l="0" t="0" r="0" b="0"/>
            </a:stretch>
          </a:blipFill>
        </p:spPr>
      </p:sp>
      <p:sp>
        <p:nvSpPr>
          <p:cNvPr name="Freeform 50" id="50">
            <a:hlinkClick r:id="rId59" tooltip="https://www.uneiaparjour.fr/speechmatics/"/>
          </p:cNvPr>
          <p:cNvSpPr/>
          <p:nvPr/>
        </p:nvSpPr>
        <p:spPr>
          <a:xfrm flipH="false" flipV="false" rot="0">
            <a:off x="6965440" y="7939407"/>
            <a:ext cx="928339" cy="171450"/>
          </a:xfrm>
          <a:custGeom>
            <a:avLst/>
            <a:gdLst/>
            <a:ahLst/>
            <a:cxnLst/>
            <a:rect r="r" b="b" t="t" l="l"/>
            <a:pathLst>
              <a:path h="171450" w="928339">
                <a:moveTo>
                  <a:pt x="0" y="0"/>
                </a:moveTo>
                <a:lnTo>
                  <a:pt x="928339" y="0"/>
                </a:lnTo>
                <a:lnTo>
                  <a:pt x="928339" y="171450"/>
                </a:lnTo>
                <a:lnTo>
                  <a:pt x="0" y="171450"/>
                </a:lnTo>
                <a:lnTo>
                  <a:pt x="0" y="0"/>
                </a:lnTo>
                <a:close/>
              </a:path>
            </a:pathLst>
          </a:custGeom>
          <a:blipFill>
            <a:blip r:embed="rId58"/>
            <a:stretch>
              <a:fillRect l="0" t="0" r="0" b="0"/>
            </a:stretch>
          </a:blipFill>
        </p:spPr>
      </p:sp>
      <p:grpSp>
        <p:nvGrpSpPr>
          <p:cNvPr name="Group 51" id="51"/>
          <p:cNvGrpSpPr/>
          <p:nvPr/>
        </p:nvGrpSpPr>
        <p:grpSpPr>
          <a:xfrm rot="0">
            <a:off x="8120450" y="6402460"/>
            <a:ext cx="769844" cy="197400"/>
            <a:chOff x="0" y="0"/>
            <a:chExt cx="1026459" cy="263200"/>
          </a:xfrm>
        </p:grpSpPr>
        <p:grpSp>
          <p:nvGrpSpPr>
            <p:cNvPr name="Group 52" id="52"/>
            <p:cNvGrpSpPr/>
            <p:nvPr/>
          </p:nvGrpSpPr>
          <p:grpSpPr>
            <a:xfrm rot="0">
              <a:off x="0" y="0"/>
              <a:ext cx="1026459" cy="263200"/>
              <a:chOff x="0" y="0"/>
              <a:chExt cx="179459" cy="46016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179459" cy="46016"/>
              </a:xfrm>
              <a:custGeom>
                <a:avLst/>
                <a:gdLst/>
                <a:ahLst/>
                <a:cxnLst/>
                <a:rect r="r" b="b" t="t" l="l"/>
                <a:pathLst>
                  <a:path h="46016" w="179459">
                    <a:moveTo>
                      <a:pt x="0" y="0"/>
                    </a:moveTo>
                    <a:lnTo>
                      <a:pt x="179459" y="0"/>
                    </a:lnTo>
                    <a:lnTo>
                      <a:pt x="179459" y="46016"/>
                    </a:lnTo>
                    <a:lnTo>
                      <a:pt x="0" y="4601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54" id="54"/>
              <p:cNvSpPr txBox="true"/>
              <p:nvPr/>
            </p:nvSpPr>
            <p:spPr>
              <a:xfrm>
                <a:off x="0" y="-57150"/>
                <a:ext cx="179459" cy="103166"/>
              </a:xfrm>
              <a:prstGeom prst="rect">
                <a:avLst/>
              </a:prstGeom>
            </p:spPr>
            <p:txBody>
              <a:bodyPr anchor="ctr" rtlCol="false" tIns="57395" lIns="57395" bIns="57395" rIns="57395"/>
              <a:lstStyle/>
              <a:p>
                <a:pPr algn="ctr">
                  <a:lnSpc>
                    <a:spcPts val="3639"/>
                  </a:lnSpc>
                </a:pPr>
              </a:p>
            </p:txBody>
          </p:sp>
        </p:grpSp>
        <p:sp>
          <p:nvSpPr>
            <p:cNvPr name="Freeform 55" id="55">
              <a:hlinkClick r:id="rId61" tooltip="https://www.uneiaparjour.fr/loudme/"/>
            </p:cNvPr>
            <p:cNvSpPr/>
            <p:nvPr/>
          </p:nvSpPr>
          <p:spPr>
            <a:xfrm flipH="false" flipV="false" rot="0">
              <a:off x="57547" y="0"/>
              <a:ext cx="930812" cy="244456"/>
            </a:xfrm>
            <a:custGeom>
              <a:avLst/>
              <a:gdLst/>
              <a:ahLst/>
              <a:cxnLst/>
              <a:rect r="r" b="b" t="t" l="l"/>
              <a:pathLst>
                <a:path h="244456" w="930812">
                  <a:moveTo>
                    <a:pt x="0" y="0"/>
                  </a:moveTo>
                  <a:lnTo>
                    <a:pt x="930812" y="0"/>
                  </a:lnTo>
                  <a:lnTo>
                    <a:pt x="930812" y="244456"/>
                  </a:lnTo>
                  <a:lnTo>
                    <a:pt x="0" y="2444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0"/>
              <a:stretch>
                <a:fillRect l="0" t="0" r="0" b="0"/>
              </a:stretch>
            </a:blipFill>
          </p:spPr>
        </p:sp>
      </p:grpSp>
      <p:sp>
        <p:nvSpPr>
          <p:cNvPr name="Freeform 56" id="56">
            <a:hlinkClick r:id="rId63" tooltip="https://www.uneiaparjour.fr/artifacts-de-claude-3-5-sonnet/"/>
          </p:cNvPr>
          <p:cNvSpPr/>
          <p:nvPr/>
        </p:nvSpPr>
        <p:spPr>
          <a:xfrm flipH="false" flipV="false" rot="0">
            <a:off x="4452495" y="1693480"/>
            <a:ext cx="586844" cy="219088"/>
          </a:xfrm>
          <a:custGeom>
            <a:avLst/>
            <a:gdLst/>
            <a:ahLst/>
            <a:cxnLst/>
            <a:rect r="r" b="b" t="t" l="l"/>
            <a:pathLst>
              <a:path h="219088" w="586844">
                <a:moveTo>
                  <a:pt x="0" y="0"/>
                </a:moveTo>
                <a:lnTo>
                  <a:pt x="586844" y="0"/>
                </a:lnTo>
                <a:lnTo>
                  <a:pt x="586844" y="219088"/>
                </a:lnTo>
                <a:lnTo>
                  <a:pt x="0" y="219088"/>
                </a:lnTo>
                <a:lnTo>
                  <a:pt x="0" y="0"/>
                </a:lnTo>
                <a:close/>
              </a:path>
            </a:pathLst>
          </a:custGeom>
          <a:blipFill>
            <a:blip r:embed="rId62"/>
            <a:stretch>
              <a:fillRect l="0" t="0" r="0" b="0"/>
            </a:stretch>
          </a:blipFill>
        </p:spPr>
      </p:sp>
      <p:sp>
        <p:nvSpPr>
          <p:cNvPr name="Freeform 57" id="57">
            <a:hlinkClick r:id="rId65" tooltip="https://www.uneiaparjour.fr/notebookllm/"/>
          </p:cNvPr>
          <p:cNvSpPr/>
          <p:nvPr/>
        </p:nvSpPr>
        <p:spPr>
          <a:xfrm flipH="false" flipV="false" rot="0">
            <a:off x="5252002" y="3391975"/>
            <a:ext cx="732559" cy="171450"/>
          </a:xfrm>
          <a:custGeom>
            <a:avLst/>
            <a:gdLst/>
            <a:ahLst/>
            <a:cxnLst/>
            <a:rect r="r" b="b" t="t" l="l"/>
            <a:pathLst>
              <a:path h="171450" w="732559">
                <a:moveTo>
                  <a:pt x="0" y="0"/>
                </a:moveTo>
                <a:lnTo>
                  <a:pt x="732559" y="0"/>
                </a:lnTo>
                <a:lnTo>
                  <a:pt x="732559" y="171450"/>
                </a:lnTo>
                <a:lnTo>
                  <a:pt x="0" y="171450"/>
                </a:lnTo>
                <a:lnTo>
                  <a:pt x="0" y="0"/>
                </a:lnTo>
                <a:close/>
              </a:path>
            </a:pathLst>
          </a:custGeom>
          <a:blipFill>
            <a:blip r:embed="rId64"/>
            <a:stretch>
              <a:fillRect l="0" t="0" r="0" b="0"/>
            </a:stretch>
          </a:blipFill>
        </p:spPr>
      </p:sp>
      <p:sp>
        <p:nvSpPr>
          <p:cNvPr name="Freeform 58" id="58">
            <a:hlinkClick r:id="rId67" tooltip="https://www.uneiaparjour.fr/documator/"/>
          </p:cNvPr>
          <p:cNvSpPr/>
          <p:nvPr/>
        </p:nvSpPr>
        <p:spPr>
          <a:xfrm flipH="false" flipV="false" rot="0">
            <a:off x="5658719" y="1340634"/>
            <a:ext cx="850270" cy="202905"/>
          </a:xfrm>
          <a:custGeom>
            <a:avLst/>
            <a:gdLst/>
            <a:ahLst/>
            <a:cxnLst/>
            <a:rect r="r" b="b" t="t" l="l"/>
            <a:pathLst>
              <a:path h="202905" w="850270">
                <a:moveTo>
                  <a:pt x="0" y="0"/>
                </a:moveTo>
                <a:lnTo>
                  <a:pt x="850270" y="0"/>
                </a:lnTo>
                <a:lnTo>
                  <a:pt x="850270" y="202906"/>
                </a:lnTo>
                <a:lnTo>
                  <a:pt x="0" y="202906"/>
                </a:lnTo>
                <a:lnTo>
                  <a:pt x="0" y="0"/>
                </a:lnTo>
                <a:close/>
              </a:path>
            </a:pathLst>
          </a:custGeom>
          <a:blipFill>
            <a:blip r:embed="rId66"/>
            <a:stretch>
              <a:fillRect l="0" t="0" r="0" b="0"/>
            </a:stretch>
          </a:blipFill>
        </p:spPr>
      </p:sp>
      <p:sp>
        <p:nvSpPr>
          <p:cNvPr name="Freeform 59" id="59">
            <a:hlinkClick r:id="rId69" tooltip="https://www.uneiaparjour.fr/recapiogpt/"/>
          </p:cNvPr>
          <p:cNvSpPr/>
          <p:nvPr/>
        </p:nvSpPr>
        <p:spPr>
          <a:xfrm flipH="false" flipV="false" rot="0">
            <a:off x="6198178" y="1729303"/>
            <a:ext cx="700450" cy="193458"/>
          </a:xfrm>
          <a:custGeom>
            <a:avLst/>
            <a:gdLst/>
            <a:ahLst/>
            <a:cxnLst/>
            <a:rect r="r" b="b" t="t" l="l"/>
            <a:pathLst>
              <a:path h="193458" w="700450">
                <a:moveTo>
                  <a:pt x="0" y="0"/>
                </a:moveTo>
                <a:lnTo>
                  <a:pt x="700450" y="0"/>
                </a:lnTo>
                <a:lnTo>
                  <a:pt x="700450" y="193458"/>
                </a:lnTo>
                <a:lnTo>
                  <a:pt x="0" y="193458"/>
                </a:lnTo>
                <a:lnTo>
                  <a:pt x="0" y="0"/>
                </a:lnTo>
                <a:close/>
              </a:path>
            </a:pathLst>
          </a:custGeom>
          <a:blipFill>
            <a:blip r:embed="rId68"/>
            <a:stretch>
              <a:fillRect l="0" t="0" r="0" b="0"/>
            </a:stretch>
          </a:blipFill>
        </p:spPr>
      </p:sp>
      <p:grpSp>
        <p:nvGrpSpPr>
          <p:cNvPr name="Group 60" id="60"/>
          <p:cNvGrpSpPr/>
          <p:nvPr/>
        </p:nvGrpSpPr>
        <p:grpSpPr>
          <a:xfrm rot="0">
            <a:off x="5613424" y="2710767"/>
            <a:ext cx="781952" cy="190622"/>
            <a:chOff x="0" y="0"/>
            <a:chExt cx="209662" cy="51111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09662" cy="51111"/>
            </a:xfrm>
            <a:custGeom>
              <a:avLst/>
              <a:gdLst/>
              <a:ahLst/>
              <a:cxnLst/>
              <a:rect r="r" b="b" t="t" l="l"/>
              <a:pathLst>
                <a:path h="51111" w="209662">
                  <a:moveTo>
                    <a:pt x="0" y="0"/>
                  </a:moveTo>
                  <a:lnTo>
                    <a:pt x="209662" y="0"/>
                  </a:lnTo>
                  <a:lnTo>
                    <a:pt x="209662" y="51111"/>
                  </a:lnTo>
                  <a:lnTo>
                    <a:pt x="0" y="5111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57150"/>
              <a:ext cx="209662" cy="108261"/>
            </a:xfrm>
            <a:prstGeom prst="rect">
              <a:avLst/>
            </a:prstGeom>
          </p:spPr>
          <p:txBody>
            <a:bodyPr anchor="ctr" rtlCol="false" tIns="49900" lIns="49900" bIns="49900" rIns="499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Freeform 63" id="63">
            <a:hlinkClick r:id="rId71" tooltip="https://www.uneiaparjour.fr/summarize/"/>
          </p:cNvPr>
          <p:cNvSpPr/>
          <p:nvPr/>
        </p:nvSpPr>
        <p:spPr>
          <a:xfrm flipH="false" flipV="false" rot="0">
            <a:off x="5635205" y="2698714"/>
            <a:ext cx="750646" cy="202674"/>
          </a:xfrm>
          <a:custGeom>
            <a:avLst/>
            <a:gdLst/>
            <a:ahLst/>
            <a:cxnLst/>
            <a:rect r="r" b="b" t="t" l="l"/>
            <a:pathLst>
              <a:path h="202674" w="750646">
                <a:moveTo>
                  <a:pt x="0" y="0"/>
                </a:moveTo>
                <a:lnTo>
                  <a:pt x="750645" y="0"/>
                </a:lnTo>
                <a:lnTo>
                  <a:pt x="750645" y="202675"/>
                </a:lnTo>
                <a:lnTo>
                  <a:pt x="0" y="202675"/>
                </a:lnTo>
                <a:lnTo>
                  <a:pt x="0" y="0"/>
                </a:lnTo>
                <a:close/>
              </a:path>
            </a:pathLst>
          </a:custGeom>
          <a:blipFill>
            <a:blip r:embed="rId70"/>
            <a:stretch>
              <a:fillRect l="0" t="0" r="0" b="0"/>
            </a:stretch>
          </a:blipFill>
        </p:spPr>
      </p:sp>
      <p:sp>
        <p:nvSpPr>
          <p:cNvPr name="Freeform 64" id="64">
            <a:hlinkClick r:id="rId73" tooltip="https://www.uneiaparjour.fr/guidde/"/>
          </p:cNvPr>
          <p:cNvSpPr/>
          <p:nvPr/>
        </p:nvSpPr>
        <p:spPr>
          <a:xfrm flipH="false" flipV="false" rot="0">
            <a:off x="6936438" y="3444614"/>
            <a:ext cx="483577" cy="171450"/>
          </a:xfrm>
          <a:custGeom>
            <a:avLst/>
            <a:gdLst/>
            <a:ahLst/>
            <a:cxnLst/>
            <a:rect r="r" b="b" t="t" l="l"/>
            <a:pathLst>
              <a:path h="171450" w="483577">
                <a:moveTo>
                  <a:pt x="0" y="0"/>
                </a:moveTo>
                <a:lnTo>
                  <a:pt x="483577" y="0"/>
                </a:lnTo>
                <a:lnTo>
                  <a:pt x="483577" y="171450"/>
                </a:lnTo>
                <a:lnTo>
                  <a:pt x="0" y="171450"/>
                </a:lnTo>
                <a:lnTo>
                  <a:pt x="0" y="0"/>
                </a:lnTo>
                <a:close/>
              </a:path>
            </a:pathLst>
          </a:custGeom>
          <a:blipFill>
            <a:blip r:embed="rId72"/>
            <a:stretch>
              <a:fillRect l="0" t="0" r="0" b="0"/>
            </a:stretch>
          </a:blipFill>
        </p:spPr>
      </p:sp>
      <p:grpSp>
        <p:nvGrpSpPr>
          <p:cNvPr name="Group 65" id="65"/>
          <p:cNvGrpSpPr/>
          <p:nvPr/>
        </p:nvGrpSpPr>
        <p:grpSpPr>
          <a:xfrm rot="0">
            <a:off x="7293952" y="2539188"/>
            <a:ext cx="964456" cy="219075"/>
            <a:chOff x="0" y="0"/>
            <a:chExt cx="1285941" cy="292100"/>
          </a:xfrm>
        </p:grpSpPr>
        <p:grpSp>
          <p:nvGrpSpPr>
            <p:cNvPr name="Group 66" id="66"/>
            <p:cNvGrpSpPr/>
            <p:nvPr/>
          </p:nvGrpSpPr>
          <p:grpSpPr>
            <a:xfrm rot="0">
              <a:off x="0" y="0"/>
              <a:ext cx="1285941" cy="292100"/>
              <a:chOff x="0" y="0"/>
              <a:chExt cx="230018" cy="52248"/>
            </a:xfrm>
          </p:grpSpPr>
          <p:sp>
            <p:nvSpPr>
              <p:cNvPr name="Freeform 67" id="67"/>
              <p:cNvSpPr/>
              <p:nvPr/>
            </p:nvSpPr>
            <p:spPr>
              <a:xfrm flipH="false" flipV="false" rot="0">
                <a:off x="0" y="0"/>
                <a:ext cx="230018" cy="52248"/>
              </a:xfrm>
              <a:custGeom>
                <a:avLst/>
                <a:gdLst/>
                <a:ahLst/>
                <a:cxnLst/>
                <a:rect r="r" b="b" t="t" l="l"/>
                <a:pathLst>
                  <a:path h="52248" w="230018">
                    <a:moveTo>
                      <a:pt x="0" y="0"/>
                    </a:moveTo>
                    <a:lnTo>
                      <a:pt x="230018" y="0"/>
                    </a:lnTo>
                    <a:lnTo>
                      <a:pt x="230018" y="52248"/>
                    </a:lnTo>
                    <a:lnTo>
                      <a:pt x="0" y="52248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68" id="68"/>
              <p:cNvSpPr txBox="true"/>
              <p:nvPr/>
            </p:nvSpPr>
            <p:spPr>
              <a:xfrm>
                <a:off x="0" y="-57150"/>
                <a:ext cx="230018" cy="10939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39"/>
                  </a:lnSpc>
                </a:pPr>
              </a:p>
            </p:txBody>
          </p:sp>
        </p:grpSp>
        <p:sp>
          <p:nvSpPr>
            <p:cNvPr name="Freeform 69" id="69">
              <a:hlinkClick r:id="rId75" tooltip="https://www.uneiaparjour.fr/slidesgo/"/>
            </p:cNvPr>
            <p:cNvSpPr/>
            <p:nvPr/>
          </p:nvSpPr>
          <p:spPr>
            <a:xfrm flipH="false" flipV="false" rot="0">
              <a:off x="27100" y="62794"/>
              <a:ext cx="1172220" cy="179015"/>
            </a:xfrm>
            <a:custGeom>
              <a:avLst/>
              <a:gdLst/>
              <a:ahLst/>
              <a:cxnLst/>
              <a:rect r="r" b="b" t="t" l="l"/>
              <a:pathLst>
                <a:path h="179015" w="1172220">
                  <a:moveTo>
                    <a:pt x="0" y="0"/>
                  </a:moveTo>
                  <a:lnTo>
                    <a:pt x="1172220" y="0"/>
                  </a:lnTo>
                  <a:lnTo>
                    <a:pt x="1172220" y="179015"/>
                  </a:lnTo>
                  <a:lnTo>
                    <a:pt x="0" y="1790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4"/>
              <a:stretch>
                <a:fillRect l="0" t="0" r="0" b="0"/>
              </a:stretch>
            </a:blipFill>
          </p:spPr>
        </p:sp>
      </p:grpSp>
      <p:sp>
        <p:nvSpPr>
          <p:cNvPr name="Freeform 70" id="70">
            <a:hlinkClick r:id="rId77" tooltip="https://www.uneiaparjour.fr/school-ai/"/>
          </p:cNvPr>
          <p:cNvSpPr/>
          <p:nvPr/>
        </p:nvSpPr>
        <p:spPr>
          <a:xfrm flipH="false" flipV="false" rot="0">
            <a:off x="2523405" y="2008037"/>
            <a:ext cx="608239" cy="171450"/>
          </a:xfrm>
          <a:custGeom>
            <a:avLst/>
            <a:gdLst/>
            <a:ahLst/>
            <a:cxnLst/>
            <a:rect r="r" b="b" t="t" l="l"/>
            <a:pathLst>
              <a:path h="171450" w="608239">
                <a:moveTo>
                  <a:pt x="0" y="0"/>
                </a:moveTo>
                <a:lnTo>
                  <a:pt x="608239" y="0"/>
                </a:lnTo>
                <a:lnTo>
                  <a:pt x="608239" y="171450"/>
                </a:lnTo>
                <a:lnTo>
                  <a:pt x="0" y="171450"/>
                </a:lnTo>
                <a:lnTo>
                  <a:pt x="0" y="0"/>
                </a:lnTo>
                <a:close/>
              </a:path>
            </a:pathLst>
          </a:custGeom>
          <a:blipFill>
            <a:blip r:embed="rId76"/>
            <a:stretch>
              <a:fillRect l="0" t="0" r="0" b="0"/>
            </a:stretch>
          </a:blipFill>
        </p:spPr>
      </p:sp>
      <p:sp>
        <p:nvSpPr>
          <p:cNvPr name="Freeform 71" id="71">
            <a:hlinkClick r:id="rId79" tooltip="https://www.uneiaparjour.fr/cassette/"/>
          </p:cNvPr>
          <p:cNvSpPr/>
          <p:nvPr/>
        </p:nvSpPr>
        <p:spPr>
          <a:xfrm flipH="false" flipV="false" rot="0">
            <a:off x="8389539" y="5342121"/>
            <a:ext cx="626674" cy="200187"/>
          </a:xfrm>
          <a:custGeom>
            <a:avLst/>
            <a:gdLst/>
            <a:ahLst/>
            <a:cxnLst/>
            <a:rect r="r" b="b" t="t" l="l"/>
            <a:pathLst>
              <a:path h="200187" w="626674">
                <a:moveTo>
                  <a:pt x="0" y="0"/>
                </a:moveTo>
                <a:lnTo>
                  <a:pt x="626674" y="0"/>
                </a:lnTo>
                <a:lnTo>
                  <a:pt x="626674" y="200187"/>
                </a:lnTo>
                <a:lnTo>
                  <a:pt x="0" y="200187"/>
                </a:lnTo>
                <a:lnTo>
                  <a:pt x="0" y="0"/>
                </a:lnTo>
                <a:close/>
              </a:path>
            </a:pathLst>
          </a:custGeom>
          <a:blipFill>
            <a:blip r:embed="rId78"/>
            <a:stretch>
              <a:fillRect l="0" t="0" r="0" b="0"/>
            </a:stretch>
          </a:blipFill>
        </p:spPr>
      </p:sp>
      <p:sp>
        <p:nvSpPr>
          <p:cNvPr name="Freeform 72" id="72">
            <a:hlinkClick r:id="rId81" tooltip="https://www.uneiaparjour.fr/websim/"/>
          </p:cNvPr>
          <p:cNvSpPr/>
          <p:nvPr/>
        </p:nvSpPr>
        <p:spPr>
          <a:xfrm flipH="false" flipV="false" rot="0">
            <a:off x="3062308" y="7076819"/>
            <a:ext cx="729319" cy="171450"/>
          </a:xfrm>
          <a:custGeom>
            <a:avLst/>
            <a:gdLst/>
            <a:ahLst/>
            <a:cxnLst/>
            <a:rect r="r" b="b" t="t" l="l"/>
            <a:pathLst>
              <a:path h="171450" w="729319">
                <a:moveTo>
                  <a:pt x="0" y="0"/>
                </a:moveTo>
                <a:lnTo>
                  <a:pt x="729319" y="0"/>
                </a:lnTo>
                <a:lnTo>
                  <a:pt x="729319" y="171450"/>
                </a:lnTo>
                <a:lnTo>
                  <a:pt x="0" y="171450"/>
                </a:lnTo>
                <a:lnTo>
                  <a:pt x="0" y="0"/>
                </a:lnTo>
                <a:close/>
              </a:path>
            </a:pathLst>
          </a:custGeom>
          <a:blipFill>
            <a:blip r:embed="rId80"/>
            <a:stretch>
              <a:fillRect l="-28819" t="-113292" r="-6859" b="-34059"/>
            </a:stretch>
          </a:blipFill>
        </p:spPr>
      </p:sp>
      <p:grpSp>
        <p:nvGrpSpPr>
          <p:cNvPr name="Group 73" id="73"/>
          <p:cNvGrpSpPr/>
          <p:nvPr/>
        </p:nvGrpSpPr>
        <p:grpSpPr>
          <a:xfrm rot="0">
            <a:off x="5252002" y="7736254"/>
            <a:ext cx="1169626" cy="176602"/>
            <a:chOff x="0" y="0"/>
            <a:chExt cx="1559502" cy="235469"/>
          </a:xfrm>
        </p:grpSpPr>
        <p:grpSp>
          <p:nvGrpSpPr>
            <p:cNvPr name="Group 74" id="74"/>
            <p:cNvGrpSpPr/>
            <p:nvPr/>
          </p:nvGrpSpPr>
          <p:grpSpPr>
            <a:xfrm rot="0">
              <a:off x="13668" y="6472"/>
              <a:ext cx="1545833" cy="216657"/>
              <a:chOff x="0" y="0"/>
              <a:chExt cx="338355" cy="47422"/>
            </a:xfrm>
          </p:grpSpPr>
          <p:sp>
            <p:nvSpPr>
              <p:cNvPr name="Freeform 75" id="75"/>
              <p:cNvSpPr/>
              <p:nvPr/>
            </p:nvSpPr>
            <p:spPr>
              <a:xfrm flipH="false" flipV="false" rot="0">
                <a:off x="0" y="0"/>
                <a:ext cx="338355" cy="47422"/>
              </a:xfrm>
              <a:custGeom>
                <a:avLst/>
                <a:gdLst/>
                <a:ahLst/>
                <a:cxnLst/>
                <a:rect r="r" b="b" t="t" l="l"/>
                <a:pathLst>
                  <a:path h="47422" w="338355">
                    <a:moveTo>
                      <a:pt x="0" y="0"/>
                    </a:moveTo>
                    <a:lnTo>
                      <a:pt x="338355" y="0"/>
                    </a:lnTo>
                    <a:lnTo>
                      <a:pt x="338355" y="47422"/>
                    </a:lnTo>
                    <a:lnTo>
                      <a:pt x="0" y="47422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76" id="76"/>
              <p:cNvSpPr txBox="true"/>
              <p:nvPr/>
            </p:nvSpPr>
            <p:spPr>
              <a:xfrm>
                <a:off x="0" y="-57150"/>
                <a:ext cx="338355" cy="104572"/>
              </a:xfrm>
              <a:prstGeom prst="rect">
                <a:avLst/>
              </a:prstGeom>
            </p:spPr>
            <p:txBody>
              <a:bodyPr anchor="ctr" rtlCol="false" tIns="45845" lIns="45845" bIns="45845" rIns="45845"/>
              <a:lstStyle/>
              <a:p>
                <a:pPr algn="ctr">
                  <a:lnSpc>
                    <a:spcPts val="3639"/>
                  </a:lnSpc>
                </a:pPr>
              </a:p>
            </p:txBody>
          </p:sp>
        </p:grpSp>
        <p:sp>
          <p:nvSpPr>
            <p:cNvPr name="Freeform 77" id="77">
              <a:hlinkClick r:id="rId83" tooltip="https://www.uneiaparjour.fr/multi-search-et-multi-ai/"/>
            </p:cNvPr>
            <p:cNvSpPr/>
            <p:nvPr/>
          </p:nvSpPr>
          <p:spPr>
            <a:xfrm flipH="false" flipV="false" rot="0">
              <a:off x="0" y="0"/>
              <a:ext cx="1486519" cy="235469"/>
            </a:xfrm>
            <a:custGeom>
              <a:avLst/>
              <a:gdLst/>
              <a:ahLst/>
              <a:cxnLst/>
              <a:rect r="r" b="b" t="t" l="l"/>
              <a:pathLst>
                <a:path h="235469" w="1486519">
                  <a:moveTo>
                    <a:pt x="0" y="0"/>
                  </a:moveTo>
                  <a:lnTo>
                    <a:pt x="1486519" y="0"/>
                  </a:lnTo>
                  <a:lnTo>
                    <a:pt x="1486519" y="235469"/>
                  </a:lnTo>
                  <a:lnTo>
                    <a:pt x="0" y="2354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2"/>
              <a:stretch>
                <a:fillRect l="0" t="-15212" r="0" b="0"/>
              </a:stretch>
            </a:blipFill>
          </p:spPr>
        </p:sp>
      </p:grpSp>
      <p:sp>
        <p:nvSpPr>
          <p:cNvPr name="Freeform 78" id="78">
            <a:hlinkClick r:id="rId85" tooltip="https://www.uneiaparjour.fr/polychat/"/>
          </p:cNvPr>
          <p:cNvSpPr/>
          <p:nvPr/>
        </p:nvSpPr>
        <p:spPr>
          <a:xfrm flipH="false" flipV="false" rot="0">
            <a:off x="4398112" y="2636020"/>
            <a:ext cx="276133" cy="276133"/>
          </a:xfrm>
          <a:custGeom>
            <a:avLst/>
            <a:gdLst/>
            <a:ahLst/>
            <a:cxnLst/>
            <a:rect r="r" b="b" t="t" l="l"/>
            <a:pathLst>
              <a:path h="276133" w="276133">
                <a:moveTo>
                  <a:pt x="0" y="0"/>
                </a:moveTo>
                <a:lnTo>
                  <a:pt x="276133" y="0"/>
                </a:lnTo>
                <a:lnTo>
                  <a:pt x="276133" y="276132"/>
                </a:lnTo>
                <a:lnTo>
                  <a:pt x="0" y="276132"/>
                </a:lnTo>
                <a:lnTo>
                  <a:pt x="0" y="0"/>
                </a:lnTo>
                <a:close/>
              </a:path>
            </a:pathLst>
          </a:custGeom>
          <a:blipFill>
            <a:blip r:embed="rId84"/>
            <a:stretch>
              <a:fillRect l="0" t="0" r="0" b="0"/>
            </a:stretch>
          </a:blipFill>
        </p:spPr>
      </p:sp>
      <p:sp>
        <p:nvSpPr>
          <p:cNvPr name="Freeform 79" id="79">
            <a:hlinkClick r:id="rId87" tooltip="https://www.uneiaparjour.fr/chatbot-arena/"/>
          </p:cNvPr>
          <p:cNvSpPr/>
          <p:nvPr/>
        </p:nvSpPr>
        <p:spPr>
          <a:xfrm flipH="false" flipV="false" rot="0">
            <a:off x="3766522" y="1329165"/>
            <a:ext cx="964413" cy="225843"/>
          </a:xfrm>
          <a:custGeom>
            <a:avLst/>
            <a:gdLst/>
            <a:ahLst/>
            <a:cxnLst/>
            <a:rect r="r" b="b" t="t" l="l"/>
            <a:pathLst>
              <a:path h="225843" w="964413">
                <a:moveTo>
                  <a:pt x="0" y="0"/>
                </a:moveTo>
                <a:lnTo>
                  <a:pt x="964413" y="0"/>
                </a:lnTo>
                <a:lnTo>
                  <a:pt x="964413" y="225844"/>
                </a:lnTo>
                <a:lnTo>
                  <a:pt x="0" y="225844"/>
                </a:lnTo>
                <a:lnTo>
                  <a:pt x="0" y="0"/>
                </a:lnTo>
                <a:close/>
              </a:path>
            </a:pathLst>
          </a:custGeom>
          <a:blipFill>
            <a:blip r:embed="rId86"/>
            <a:stretch>
              <a:fillRect l="0" t="0" r="0" b="0"/>
            </a:stretch>
          </a:blipFill>
        </p:spPr>
      </p:sp>
      <p:sp>
        <p:nvSpPr>
          <p:cNvPr name="Freeform 80" id="80">
            <a:hlinkClick r:id="rId89" tooltip="https://www.uneiaparjour.fr/le-chat-v2/"/>
          </p:cNvPr>
          <p:cNvSpPr/>
          <p:nvPr/>
        </p:nvSpPr>
        <p:spPr>
          <a:xfrm flipH="false" flipV="false" rot="0">
            <a:off x="3518772" y="1794152"/>
            <a:ext cx="686470" cy="236832"/>
          </a:xfrm>
          <a:custGeom>
            <a:avLst/>
            <a:gdLst/>
            <a:ahLst/>
            <a:cxnLst/>
            <a:rect r="r" b="b" t="t" l="l"/>
            <a:pathLst>
              <a:path h="236832" w="686470">
                <a:moveTo>
                  <a:pt x="0" y="0"/>
                </a:moveTo>
                <a:lnTo>
                  <a:pt x="686471" y="0"/>
                </a:lnTo>
                <a:lnTo>
                  <a:pt x="686471" y="236833"/>
                </a:lnTo>
                <a:lnTo>
                  <a:pt x="0" y="236833"/>
                </a:lnTo>
                <a:lnTo>
                  <a:pt x="0" y="0"/>
                </a:lnTo>
                <a:close/>
              </a:path>
            </a:pathLst>
          </a:custGeom>
          <a:blipFill>
            <a:blip r:embed="rId88"/>
            <a:stretch>
              <a:fillRect l="0" t="0" r="0" b="0"/>
            </a:stretch>
          </a:blipFill>
        </p:spPr>
      </p:sp>
      <p:grpSp>
        <p:nvGrpSpPr>
          <p:cNvPr name="Group 81" id="81"/>
          <p:cNvGrpSpPr/>
          <p:nvPr/>
        </p:nvGrpSpPr>
        <p:grpSpPr>
          <a:xfrm rot="0">
            <a:off x="3862008" y="2347981"/>
            <a:ext cx="1020639" cy="191206"/>
            <a:chOff x="0" y="0"/>
            <a:chExt cx="224889" cy="42131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224889" cy="42131"/>
            </a:xfrm>
            <a:custGeom>
              <a:avLst/>
              <a:gdLst/>
              <a:ahLst/>
              <a:cxnLst/>
              <a:rect r="r" b="b" t="t" l="l"/>
              <a:pathLst>
                <a:path h="42131" w="224889">
                  <a:moveTo>
                    <a:pt x="0" y="0"/>
                  </a:moveTo>
                  <a:lnTo>
                    <a:pt x="224889" y="0"/>
                  </a:lnTo>
                  <a:lnTo>
                    <a:pt x="224889" y="42131"/>
                  </a:lnTo>
                  <a:lnTo>
                    <a:pt x="0" y="4213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57150"/>
              <a:ext cx="224889" cy="99281"/>
            </a:xfrm>
            <a:prstGeom prst="rect">
              <a:avLst/>
            </a:prstGeom>
          </p:spPr>
          <p:txBody>
            <a:bodyPr anchor="ctr" rtlCol="false" tIns="60721" lIns="60721" bIns="60721" rIns="60721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84" id="84">
            <a:hlinkClick r:id="rId91" tooltip="https://www.uneiaparjour.fr/qwen-chat/"/>
          </p:cNvPr>
          <p:cNvSpPr/>
          <p:nvPr/>
        </p:nvSpPr>
        <p:spPr>
          <a:xfrm flipH="false" flipV="false" rot="0">
            <a:off x="3878631" y="2347981"/>
            <a:ext cx="1004016" cy="169454"/>
          </a:xfrm>
          <a:custGeom>
            <a:avLst/>
            <a:gdLst/>
            <a:ahLst/>
            <a:cxnLst/>
            <a:rect r="r" b="b" t="t" l="l"/>
            <a:pathLst>
              <a:path h="169454" w="1004016">
                <a:moveTo>
                  <a:pt x="0" y="0"/>
                </a:moveTo>
                <a:lnTo>
                  <a:pt x="1004016" y="0"/>
                </a:lnTo>
                <a:lnTo>
                  <a:pt x="1004016" y="169455"/>
                </a:lnTo>
                <a:lnTo>
                  <a:pt x="0" y="169455"/>
                </a:lnTo>
                <a:lnTo>
                  <a:pt x="0" y="0"/>
                </a:lnTo>
                <a:close/>
              </a:path>
            </a:pathLst>
          </a:custGeom>
          <a:blipFill>
            <a:blip r:embed="rId90"/>
            <a:stretch>
              <a:fillRect l="0" t="0" r="0" b="0"/>
            </a:stretch>
          </a:blipFill>
        </p:spPr>
      </p:sp>
      <p:sp>
        <p:nvSpPr>
          <p:cNvPr name="Freeform 85" id="85">
            <a:hlinkClick r:id="rId93" tooltip="https://www.uneiaparjour.fr/napkin/"/>
          </p:cNvPr>
          <p:cNvSpPr/>
          <p:nvPr/>
        </p:nvSpPr>
        <p:spPr>
          <a:xfrm flipH="false" flipV="false" rot="0">
            <a:off x="7007451" y="2071072"/>
            <a:ext cx="579994" cy="227593"/>
          </a:xfrm>
          <a:custGeom>
            <a:avLst/>
            <a:gdLst/>
            <a:ahLst/>
            <a:cxnLst/>
            <a:rect r="r" b="b" t="t" l="l"/>
            <a:pathLst>
              <a:path h="227593" w="579994">
                <a:moveTo>
                  <a:pt x="0" y="0"/>
                </a:moveTo>
                <a:lnTo>
                  <a:pt x="579994" y="0"/>
                </a:lnTo>
                <a:lnTo>
                  <a:pt x="579994" y="227592"/>
                </a:lnTo>
                <a:lnTo>
                  <a:pt x="0" y="227592"/>
                </a:lnTo>
                <a:lnTo>
                  <a:pt x="0" y="0"/>
                </a:lnTo>
                <a:close/>
              </a:path>
            </a:pathLst>
          </a:custGeom>
          <a:blipFill>
            <a:blip r:embed="rId92"/>
            <a:stretch>
              <a:fillRect l="0" t="0" r="0" b="0"/>
            </a:stretch>
          </a:blipFill>
        </p:spPr>
      </p:sp>
      <p:sp>
        <p:nvSpPr>
          <p:cNvPr name="Freeform 86" id="86">
            <a:hlinkClick r:id="rId95" tooltip="https://www.uneiaparjour.fr/nexform/"/>
          </p:cNvPr>
          <p:cNvSpPr/>
          <p:nvPr/>
        </p:nvSpPr>
        <p:spPr>
          <a:xfrm flipH="false" flipV="false" rot="0">
            <a:off x="8509921" y="4657146"/>
            <a:ext cx="635266" cy="203765"/>
          </a:xfrm>
          <a:custGeom>
            <a:avLst/>
            <a:gdLst/>
            <a:ahLst/>
            <a:cxnLst/>
            <a:rect r="r" b="b" t="t" l="l"/>
            <a:pathLst>
              <a:path h="203765" w="635266">
                <a:moveTo>
                  <a:pt x="0" y="0"/>
                </a:moveTo>
                <a:lnTo>
                  <a:pt x="635266" y="0"/>
                </a:lnTo>
                <a:lnTo>
                  <a:pt x="635266" y="203765"/>
                </a:lnTo>
                <a:lnTo>
                  <a:pt x="0" y="203765"/>
                </a:lnTo>
                <a:lnTo>
                  <a:pt x="0" y="0"/>
                </a:lnTo>
                <a:close/>
              </a:path>
            </a:pathLst>
          </a:custGeom>
          <a:blipFill>
            <a:blip r:embed="rId94"/>
            <a:stretch>
              <a:fillRect l="0" t="0" r="0" b="0"/>
            </a:stretch>
          </a:blipFill>
        </p:spPr>
      </p:sp>
      <p:sp>
        <p:nvSpPr>
          <p:cNvPr name="Freeform 87" id="87">
            <a:hlinkClick r:id="rId97" tooltip="https://www.uneiaparjour.fr/fuzz-de-riffusion/"/>
          </p:cNvPr>
          <p:cNvSpPr/>
          <p:nvPr/>
        </p:nvSpPr>
        <p:spPr>
          <a:xfrm flipH="false" flipV="false" rot="0">
            <a:off x="7351714" y="5428210"/>
            <a:ext cx="660587" cy="171450"/>
          </a:xfrm>
          <a:custGeom>
            <a:avLst/>
            <a:gdLst/>
            <a:ahLst/>
            <a:cxnLst/>
            <a:rect r="r" b="b" t="t" l="l"/>
            <a:pathLst>
              <a:path h="171450" w="660587">
                <a:moveTo>
                  <a:pt x="0" y="0"/>
                </a:moveTo>
                <a:lnTo>
                  <a:pt x="660587" y="0"/>
                </a:lnTo>
                <a:lnTo>
                  <a:pt x="660587" y="171450"/>
                </a:lnTo>
                <a:lnTo>
                  <a:pt x="0" y="171450"/>
                </a:lnTo>
                <a:lnTo>
                  <a:pt x="0" y="0"/>
                </a:lnTo>
                <a:close/>
              </a:path>
            </a:pathLst>
          </a:custGeom>
          <a:blipFill>
            <a:blip r:embed="rId96"/>
            <a:stretch>
              <a:fillRect l="0" t="0" r="0" b="0"/>
            </a:stretch>
          </a:blipFill>
        </p:spPr>
      </p:sp>
      <p:sp>
        <p:nvSpPr>
          <p:cNvPr name="Freeform 88" id="88">
            <a:hlinkClick r:id="rId99" tooltip="https://www.uneiaparjour.fr/pack-generator/"/>
          </p:cNvPr>
          <p:cNvSpPr/>
          <p:nvPr/>
        </p:nvSpPr>
        <p:spPr>
          <a:xfrm flipH="false" flipV="false" rot="0">
            <a:off x="6263562" y="5508094"/>
            <a:ext cx="931284" cy="137305"/>
          </a:xfrm>
          <a:custGeom>
            <a:avLst/>
            <a:gdLst/>
            <a:ahLst/>
            <a:cxnLst/>
            <a:rect r="r" b="b" t="t" l="l"/>
            <a:pathLst>
              <a:path h="137305" w="931284">
                <a:moveTo>
                  <a:pt x="0" y="0"/>
                </a:moveTo>
                <a:lnTo>
                  <a:pt x="931285" y="0"/>
                </a:lnTo>
                <a:lnTo>
                  <a:pt x="931285" y="137305"/>
                </a:lnTo>
                <a:lnTo>
                  <a:pt x="0" y="137305"/>
                </a:lnTo>
                <a:lnTo>
                  <a:pt x="0" y="0"/>
                </a:lnTo>
                <a:close/>
              </a:path>
            </a:pathLst>
          </a:custGeom>
          <a:blipFill>
            <a:blip r:embed="rId98"/>
            <a:stretch>
              <a:fillRect l="0" t="0" r="0" b="0"/>
            </a:stretch>
          </a:blipFill>
        </p:spPr>
      </p:sp>
      <p:sp>
        <p:nvSpPr>
          <p:cNvPr name="Freeform 89" id="89">
            <a:hlinkClick r:id="rId101" tooltip="https://www.uneiaparjour.fr/super-podcast/"/>
          </p:cNvPr>
          <p:cNvSpPr/>
          <p:nvPr/>
        </p:nvSpPr>
        <p:spPr>
          <a:xfrm flipH="false" flipV="false" rot="0">
            <a:off x="6793956" y="6589105"/>
            <a:ext cx="867124" cy="185423"/>
          </a:xfrm>
          <a:custGeom>
            <a:avLst/>
            <a:gdLst/>
            <a:ahLst/>
            <a:cxnLst/>
            <a:rect r="r" b="b" t="t" l="l"/>
            <a:pathLst>
              <a:path h="185423" w="867124">
                <a:moveTo>
                  <a:pt x="0" y="0"/>
                </a:moveTo>
                <a:lnTo>
                  <a:pt x="867124" y="0"/>
                </a:lnTo>
                <a:lnTo>
                  <a:pt x="867124" y="185423"/>
                </a:lnTo>
                <a:lnTo>
                  <a:pt x="0" y="185423"/>
                </a:lnTo>
                <a:lnTo>
                  <a:pt x="0" y="0"/>
                </a:lnTo>
                <a:close/>
              </a:path>
            </a:pathLst>
          </a:custGeom>
          <a:blipFill>
            <a:blip r:embed="rId100"/>
            <a:stretch>
              <a:fillRect l="0" t="0" r="0" b="0"/>
            </a:stretch>
          </a:blipFill>
        </p:spPr>
      </p:sp>
      <p:sp>
        <p:nvSpPr>
          <p:cNvPr name="Freeform 90" id="90">
            <a:hlinkClick r:id="rId103" tooltip="https://www.uneiaparjour.fr/zenmic/"/>
          </p:cNvPr>
          <p:cNvSpPr/>
          <p:nvPr/>
        </p:nvSpPr>
        <p:spPr>
          <a:xfrm flipH="false" flipV="false" rot="0">
            <a:off x="7335759" y="7477299"/>
            <a:ext cx="650643" cy="211717"/>
          </a:xfrm>
          <a:custGeom>
            <a:avLst/>
            <a:gdLst/>
            <a:ahLst/>
            <a:cxnLst/>
            <a:rect r="r" b="b" t="t" l="l"/>
            <a:pathLst>
              <a:path h="211717" w="650643">
                <a:moveTo>
                  <a:pt x="0" y="0"/>
                </a:moveTo>
                <a:lnTo>
                  <a:pt x="650643" y="0"/>
                </a:lnTo>
                <a:lnTo>
                  <a:pt x="650643" y="211717"/>
                </a:lnTo>
                <a:lnTo>
                  <a:pt x="0" y="211717"/>
                </a:lnTo>
                <a:lnTo>
                  <a:pt x="0" y="0"/>
                </a:lnTo>
                <a:close/>
              </a:path>
            </a:pathLst>
          </a:custGeom>
          <a:blipFill>
            <a:blip r:embed="rId102"/>
            <a:stretch>
              <a:fillRect l="0" t="0" r="0" b="0"/>
            </a:stretch>
          </a:blipFill>
        </p:spPr>
      </p:sp>
      <p:sp>
        <p:nvSpPr>
          <p:cNvPr name="Freeform 91" id="91">
            <a:hlinkClick r:id="rId105" tooltip="https://www.uneiaparjour.fr/genfm/"/>
          </p:cNvPr>
          <p:cNvSpPr/>
          <p:nvPr/>
        </p:nvSpPr>
        <p:spPr>
          <a:xfrm flipH="false" flipV="false" rot="0">
            <a:off x="6478302" y="6931304"/>
            <a:ext cx="632418" cy="204307"/>
          </a:xfrm>
          <a:custGeom>
            <a:avLst/>
            <a:gdLst/>
            <a:ahLst/>
            <a:cxnLst/>
            <a:rect r="r" b="b" t="t" l="l"/>
            <a:pathLst>
              <a:path h="204307" w="632418">
                <a:moveTo>
                  <a:pt x="0" y="0"/>
                </a:moveTo>
                <a:lnTo>
                  <a:pt x="632418" y="0"/>
                </a:lnTo>
                <a:lnTo>
                  <a:pt x="632418" y="204307"/>
                </a:lnTo>
                <a:lnTo>
                  <a:pt x="0" y="204307"/>
                </a:lnTo>
                <a:lnTo>
                  <a:pt x="0" y="0"/>
                </a:lnTo>
                <a:close/>
              </a:path>
            </a:pathLst>
          </a:custGeom>
          <a:blipFill>
            <a:blip r:embed="rId104"/>
            <a:stretch>
              <a:fillRect l="0" t="-23300" r="-1484" b="-16609"/>
            </a:stretch>
          </a:blipFill>
        </p:spPr>
      </p:sp>
      <p:sp>
        <p:nvSpPr>
          <p:cNvPr name="Freeform 92" id="92">
            <a:hlinkClick r:id="rId107" tooltip="https://www.uneiaparjour.fr/assistants-huggingchat/"/>
          </p:cNvPr>
          <p:cNvSpPr/>
          <p:nvPr/>
        </p:nvSpPr>
        <p:spPr>
          <a:xfrm flipH="false" flipV="false" rot="0">
            <a:off x="4273834" y="3393988"/>
            <a:ext cx="823498" cy="182346"/>
          </a:xfrm>
          <a:custGeom>
            <a:avLst/>
            <a:gdLst/>
            <a:ahLst/>
            <a:cxnLst/>
            <a:rect r="r" b="b" t="t" l="l"/>
            <a:pathLst>
              <a:path h="182346" w="823498">
                <a:moveTo>
                  <a:pt x="0" y="0"/>
                </a:moveTo>
                <a:lnTo>
                  <a:pt x="823498" y="0"/>
                </a:lnTo>
                <a:lnTo>
                  <a:pt x="823498" y="182346"/>
                </a:lnTo>
                <a:lnTo>
                  <a:pt x="0" y="182346"/>
                </a:lnTo>
                <a:lnTo>
                  <a:pt x="0" y="0"/>
                </a:lnTo>
                <a:close/>
              </a:path>
            </a:pathLst>
          </a:custGeom>
          <a:blipFill>
            <a:blip r:embed="rId106"/>
            <a:stretch>
              <a:fillRect l="0" t="0" r="0" b="0"/>
            </a:stretch>
          </a:blipFill>
        </p:spPr>
      </p:sp>
      <p:sp>
        <p:nvSpPr>
          <p:cNvPr name="Freeform 93" id="93">
            <a:hlinkClick r:id="rId109" tooltip="https://www.uneiaparjour.fr/felo/"/>
          </p:cNvPr>
          <p:cNvSpPr/>
          <p:nvPr/>
        </p:nvSpPr>
        <p:spPr>
          <a:xfrm flipH="false" flipV="false" rot="0">
            <a:off x="5740763" y="8256211"/>
            <a:ext cx="522799" cy="257914"/>
          </a:xfrm>
          <a:custGeom>
            <a:avLst/>
            <a:gdLst/>
            <a:ahLst/>
            <a:cxnLst/>
            <a:rect r="r" b="b" t="t" l="l"/>
            <a:pathLst>
              <a:path h="257914" w="522799">
                <a:moveTo>
                  <a:pt x="0" y="0"/>
                </a:moveTo>
                <a:lnTo>
                  <a:pt x="522799" y="0"/>
                </a:lnTo>
                <a:lnTo>
                  <a:pt x="522799" y="257915"/>
                </a:lnTo>
                <a:lnTo>
                  <a:pt x="0" y="257915"/>
                </a:lnTo>
                <a:lnTo>
                  <a:pt x="0" y="0"/>
                </a:lnTo>
                <a:close/>
              </a:path>
            </a:pathLst>
          </a:custGeom>
          <a:blipFill>
            <a:blip r:embed="rId108"/>
            <a:stretch>
              <a:fillRect l="0" t="0" r="0" b="0"/>
            </a:stretch>
          </a:blipFill>
        </p:spPr>
      </p:sp>
      <p:sp>
        <p:nvSpPr>
          <p:cNvPr name="Freeform 94" id="94">
            <a:hlinkClick r:id="rId111" tooltip="https://www.uneiaparjour.fr/thea/"/>
          </p:cNvPr>
          <p:cNvSpPr/>
          <p:nvPr/>
        </p:nvSpPr>
        <p:spPr>
          <a:xfrm flipH="false" flipV="false" rot="0">
            <a:off x="3635524" y="3794332"/>
            <a:ext cx="613204" cy="211599"/>
          </a:xfrm>
          <a:custGeom>
            <a:avLst/>
            <a:gdLst/>
            <a:ahLst/>
            <a:cxnLst/>
            <a:rect r="r" b="b" t="t" l="l"/>
            <a:pathLst>
              <a:path h="211599" w="613204">
                <a:moveTo>
                  <a:pt x="0" y="0"/>
                </a:moveTo>
                <a:lnTo>
                  <a:pt x="613204" y="0"/>
                </a:lnTo>
                <a:lnTo>
                  <a:pt x="613204" y="211599"/>
                </a:lnTo>
                <a:lnTo>
                  <a:pt x="0" y="211599"/>
                </a:lnTo>
                <a:lnTo>
                  <a:pt x="0" y="0"/>
                </a:lnTo>
                <a:close/>
              </a:path>
            </a:pathLst>
          </a:custGeom>
          <a:blipFill>
            <a:blip r:embed="rId110"/>
            <a:stretch>
              <a:fillRect l="0" t="0" r="0" b="0"/>
            </a:stretch>
          </a:blipFill>
        </p:spPr>
      </p:sp>
      <p:sp>
        <p:nvSpPr>
          <p:cNvPr name="Freeform 95" id="95">
            <a:hlinkClick r:id="rId113" tooltip="https://www.uneiaparjour.fr/automina/"/>
          </p:cNvPr>
          <p:cNvSpPr/>
          <p:nvPr/>
        </p:nvSpPr>
        <p:spPr>
          <a:xfrm flipH="false" flipV="false" rot="0">
            <a:off x="2211758" y="7611369"/>
            <a:ext cx="737634" cy="171450"/>
          </a:xfrm>
          <a:custGeom>
            <a:avLst/>
            <a:gdLst/>
            <a:ahLst/>
            <a:cxnLst/>
            <a:rect r="r" b="b" t="t" l="l"/>
            <a:pathLst>
              <a:path h="171450" w="737634">
                <a:moveTo>
                  <a:pt x="0" y="0"/>
                </a:moveTo>
                <a:lnTo>
                  <a:pt x="737634" y="0"/>
                </a:lnTo>
                <a:lnTo>
                  <a:pt x="737634" y="171450"/>
                </a:lnTo>
                <a:lnTo>
                  <a:pt x="0" y="171450"/>
                </a:lnTo>
                <a:lnTo>
                  <a:pt x="0" y="0"/>
                </a:lnTo>
                <a:close/>
              </a:path>
            </a:pathLst>
          </a:custGeom>
          <a:blipFill>
            <a:blip r:embed="rId112"/>
            <a:stretch>
              <a:fillRect l="0" t="0" r="0" b="0"/>
            </a:stretch>
          </a:blipFill>
        </p:spPr>
      </p:sp>
      <p:sp>
        <p:nvSpPr>
          <p:cNvPr name="Freeform 96" id="96">
            <a:hlinkClick r:id="rId115" tooltip="https://www.uneiaparjour.fr/proxy/"/>
          </p:cNvPr>
          <p:cNvSpPr/>
          <p:nvPr/>
        </p:nvSpPr>
        <p:spPr>
          <a:xfrm flipH="false" flipV="false" rot="0">
            <a:off x="1734018" y="7149002"/>
            <a:ext cx="909638" cy="171450"/>
          </a:xfrm>
          <a:custGeom>
            <a:avLst/>
            <a:gdLst/>
            <a:ahLst/>
            <a:cxnLst/>
            <a:rect r="r" b="b" t="t" l="l"/>
            <a:pathLst>
              <a:path h="171450" w="909638">
                <a:moveTo>
                  <a:pt x="0" y="0"/>
                </a:moveTo>
                <a:lnTo>
                  <a:pt x="909638" y="0"/>
                </a:lnTo>
                <a:lnTo>
                  <a:pt x="909638" y="171450"/>
                </a:lnTo>
                <a:lnTo>
                  <a:pt x="0" y="171450"/>
                </a:lnTo>
                <a:lnTo>
                  <a:pt x="0" y="0"/>
                </a:lnTo>
                <a:close/>
              </a:path>
            </a:pathLst>
          </a:custGeom>
          <a:blipFill>
            <a:blip r:embed="rId114"/>
            <a:stretch>
              <a:fillRect l="0" t="0" r="0" b="0"/>
            </a:stretch>
          </a:blipFill>
        </p:spPr>
      </p:sp>
      <p:sp>
        <p:nvSpPr>
          <p:cNvPr name="Freeform 97" id="97">
            <a:hlinkClick r:id="rId117" tooltip="https://www.uneiaparjour.fr/bolt/"/>
          </p:cNvPr>
          <p:cNvSpPr/>
          <p:nvPr/>
        </p:nvSpPr>
        <p:spPr>
          <a:xfrm flipH="false" flipV="false" rot="0">
            <a:off x="2708428" y="8025132"/>
            <a:ext cx="427614" cy="244351"/>
          </a:xfrm>
          <a:custGeom>
            <a:avLst/>
            <a:gdLst/>
            <a:ahLst/>
            <a:cxnLst/>
            <a:rect r="r" b="b" t="t" l="l"/>
            <a:pathLst>
              <a:path h="244351" w="427614">
                <a:moveTo>
                  <a:pt x="0" y="0"/>
                </a:moveTo>
                <a:lnTo>
                  <a:pt x="427614" y="0"/>
                </a:lnTo>
                <a:lnTo>
                  <a:pt x="427614" y="244350"/>
                </a:lnTo>
                <a:lnTo>
                  <a:pt x="0" y="244350"/>
                </a:lnTo>
                <a:lnTo>
                  <a:pt x="0" y="0"/>
                </a:lnTo>
                <a:close/>
              </a:path>
            </a:pathLst>
          </a:custGeom>
          <a:blipFill>
            <a:blip r:embed="rId116"/>
            <a:stretch>
              <a:fillRect l="0" t="0" r="0" b="0"/>
            </a:stretch>
          </a:blipFill>
        </p:spPr>
      </p:sp>
      <p:sp>
        <p:nvSpPr>
          <p:cNvPr name="Freeform 98" id="98">
            <a:hlinkClick r:id="rId119" tooltip="https://www.uneiaparjour.fr/partyrock/"/>
          </p:cNvPr>
          <p:cNvSpPr/>
          <p:nvPr/>
        </p:nvSpPr>
        <p:spPr>
          <a:xfrm flipH="false" flipV="false" rot="0">
            <a:off x="3577216" y="6170280"/>
            <a:ext cx="696618" cy="177860"/>
          </a:xfrm>
          <a:custGeom>
            <a:avLst/>
            <a:gdLst/>
            <a:ahLst/>
            <a:cxnLst/>
            <a:rect r="r" b="b" t="t" l="l"/>
            <a:pathLst>
              <a:path h="177860" w="696618">
                <a:moveTo>
                  <a:pt x="0" y="0"/>
                </a:moveTo>
                <a:lnTo>
                  <a:pt x="696618" y="0"/>
                </a:lnTo>
                <a:lnTo>
                  <a:pt x="696618" y="177860"/>
                </a:lnTo>
                <a:lnTo>
                  <a:pt x="0" y="177860"/>
                </a:lnTo>
                <a:lnTo>
                  <a:pt x="0" y="0"/>
                </a:lnTo>
                <a:close/>
              </a:path>
            </a:pathLst>
          </a:custGeom>
          <a:blipFill>
            <a:blip r:embed="rId118"/>
            <a:stretch>
              <a:fillRect l="0" t="0" r="0" b="0"/>
            </a:stretch>
          </a:blipFill>
        </p:spPr>
      </p:sp>
      <p:sp>
        <p:nvSpPr>
          <p:cNvPr name="Freeform 99" id="99">
            <a:hlinkClick r:id="rId121" tooltip="https://www.uneiaparjour.fr/recraft-2/"/>
          </p:cNvPr>
          <p:cNvSpPr/>
          <p:nvPr/>
        </p:nvSpPr>
        <p:spPr>
          <a:xfrm flipH="false" flipV="false" rot="0">
            <a:off x="4038842" y="7316709"/>
            <a:ext cx="331789" cy="294660"/>
          </a:xfrm>
          <a:custGeom>
            <a:avLst/>
            <a:gdLst/>
            <a:ahLst/>
            <a:cxnLst/>
            <a:rect r="r" b="b" t="t" l="l"/>
            <a:pathLst>
              <a:path h="294660" w="331789">
                <a:moveTo>
                  <a:pt x="0" y="0"/>
                </a:moveTo>
                <a:lnTo>
                  <a:pt x="331789" y="0"/>
                </a:lnTo>
                <a:lnTo>
                  <a:pt x="331789" y="294660"/>
                </a:lnTo>
                <a:lnTo>
                  <a:pt x="0" y="294660"/>
                </a:lnTo>
                <a:lnTo>
                  <a:pt x="0" y="0"/>
                </a:lnTo>
                <a:close/>
              </a:path>
            </a:pathLst>
          </a:custGeom>
          <a:blipFill>
            <a:blip r:embed="rId120"/>
            <a:stretch>
              <a:fillRect l="-32444" t="0" r="-32256" b="0"/>
            </a:stretch>
          </a:blipFill>
        </p:spPr>
      </p:sp>
      <p:sp>
        <p:nvSpPr>
          <p:cNvPr name="Freeform 100" id="100">
            <a:hlinkClick r:id="rId123" tooltip="https://www.uneiaparjour.fr/replit/"/>
          </p:cNvPr>
          <p:cNvSpPr/>
          <p:nvPr/>
        </p:nvSpPr>
        <p:spPr>
          <a:xfrm flipH="false" flipV="false" rot="0">
            <a:off x="2708428" y="6627490"/>
            <a:ext cx="670572" cy="211204"/>
          </a:xfrm>
          <a:custGeom>
            <a:avLst/>
            <a:gdLst/>
            <a:ahLst/>
            <a:cxnLst/>
            <a:rect r="r" b="b" t="t" l="l"/>
            <a:pathLst>
              <a:path h="211204" w="670572">
                <a:moveTo>
                  <a:pt x="0" y="0"/>
                </a:moveTo>
                <a:lnTo>
                  <a:pt x="670572" y="0"/>
                </a:lnTo>
                <a:lnTo>
                  <a:pt x="670572" y="211204"/>
                </a:lnTo>
                <a:lnTo>
                  <a:pt x="0" y="211204"/>
                </a:lnTo>
                <a:lnTo>
                  <a:pt x="0" y="0"/>
                </a:lnTo>
                <a:close/>
              </a:path>
            </a:pathLst>
          </a:custGeom>
          <a:blipFill>
            <a:blip r:embed="rId122"/>
            <a:stretch>
              <a:fillRect l="0" t="0" r="0" b="0"/>
            </a:stretch>
          </a:blipFill>
        </p:spPr>
      </p:sp>
      <p:sp>
        <p:nvSpPr>
          <p:cNvPr name="TextBox 101" id="101"/>
          <p:cNvSpPr txBox="true"/>
          <p:nvPr/>
        </p:nvSpPr>
        <p:spPr>
          <a:xfrm rot="4403327">
            <a:off x="8653121" y="3521248"/>
            <a:ext cx="1662652" cy="90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QUIZ et</a:t>
            </a:r>
          </a:p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flashcards</a:t>
            </a:r>
          </a:p>
        </p:txBody>
      </p:sp>
      <p:sp>
        <p:nvSpPr>
          <p:cNvPr name="TextBox 102" id="102"/>
          <p:cNvSpPr txBox="true"/>
          <p:nvPr/>
        </p:nvSpPr>
        <p:spPr>
          <a:xfrm rot="-5400000">
            <a:off x="312462" y="4892450"/>
            <a:ext cx="2896393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Pour découvrir</a:t>
            </a:r>
          </a:p>
        </p:txBody>
      </p:sp>
      <p:sp>
        <p:nvSpPr>
          <p:cNvPr name="TextBox 103" id="103"/>
          <p:cNvSpPr txBox="true"/>
          <p:nvPr/>
        </p:nvSpPr>
        <p:spPr>
          <a:xfrm rot="-5310958">
            <a:off x="1557264" y="4892080"/>
            <a:ext cx="2242861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Pour aller plus loin</a:t>
            </a:r>
          </a:p>
        </p:txBody>
      </p:sp>
      <p:sp>
        <p:nvSpPr>
          <p:cNvPr name="TextBox 104" id="104"/>
          <p:cNvSpPr txBox="true"/>
          <p:nvPr/>
        </p:nvSpPr>
        <p:spPr>
          <a:xfrm rot="-5257516">
            <a:off x="2659697" y="4898576"/>
            <a:ext cx="1783445" cy="488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Utilisation avancée</a:t>
            </a:r>
          </a:p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(bonus)</a:t>
            </a:r>
          </a:p>
        </p:txBody>
      </p:sp>
      <p:sp>
        <p:nvSpPr>
          <p:cNvPr name="TextBox 105" id="105"/>
          <p:cNvSpPr txBox="true"/>
          <p:nvPr/>
        </p:nvSpPr>
        <p:spPr>
          <a:xfrm rot="-5400000">
            <a:off x="-1008116" y="4823603"/>
            <a:ext cx="3548094" cy="639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b="true" sz="3699">
                <a:solidFill>
                  <a:srgbClr val="00000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 Thématiques</a:t>
            </a:r>
          </a:p>
        </p:txBody>
      </p:sp>
      <p:sp>
        <p:nvSpPr>
          <p:cNvPr name="TextBox 106" id="106"/>
          <p:cNvSpPr txBox="true"/>
          <p:nvPr/>
        </p:nvSpPr>
        <p:spPr>
          <a:xfrm rot="-2549479">
            <a:off x="836566" y="1742064"/>
            <a:ext cx="2284260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Éducation</a:t>
            </a:r>
          </a:p>
        </p:txBody>
      </p:sp>
      <p:sp>
        <p:nvSpPr>
          <p:cNvPr name="TextBox 107" id="107"/>
          <p:cNvSpPr txBox="true"/>
          <p:nvPr/>
        </p:nvSpPr>
        <p:spPr>
          <a:xfrm rot="-790108">
            <a:off x="2847996" y="514210"/>
            <a:ext cx="2268291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chatbots</a:t>
            </a:r>
          </a:p>
        </p:txBody>
      </p:sp>
      <p:sp>
        <p:nvSpPr>
          <p:cNvPr name="TextBox 108" id="108"/>
          <p:cNvSpPr txBox="true"/>
          <p:nvPr/>
        </p:nvSpPr>
        <p:spPr>
          <a:xfrm rot="2825824">
            <a:off x="830357" y="7896229"/>
            <a:ext cx="2203947" cy="90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APPLICATIONS ET </a:t>
            </a:r>
          </a:p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AGENTS</a:t>
            </a:r>
          </a:p>
        </p:txBody>
      </p:sp>
      <p:sp>
        <p:nvSpPr>
          <p:cNvPr name="TextBox 109" id="109"/>
          <p:cNvSpPr txBox="true"/>
          <p:nvPr/>
        </p:nvSpPr>
        <p:spPr>
          <a:xfrm rot="933044">
            <a:off x="5225079" y="285905"/>
            <a:ext cx="2174523" cy="90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ANALYSE DE</a:t>
            </a:r>
          </a:p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documents</a:t>
            </a:r>
          </a:p>
        </p:txBody>
      </p:sp>
      <p:sp>
        <p:nvSpPr>
          <p:cNvPr name="TextBox 110" id="110"/>
          <p:cNvSpPr txBox="true"/>
          <p:nvPr/>
        </p:nvSpPr>
        <p:spPr>
          <a:xfrm rot="-4440735">
            <a:off x="8275165" y="6043302"/>
            <a:ext cx="2243024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MUSIQUE</a:t>
            </a:r>
          </a:p>
        </p:txBody>
      </p:sp>
      <p:sp>
        <p:nvSpPr>
          <p:cNvPr name="TextBox 111" id="111"/>
          <p:cNvSpPr txBox="true"/>
          <p:nvPr/>
        </p:nvSpPr>
        <p:spPr>
          <a:xfrm rot="2920104">
            <a:off x="7180734" y="1707388"/>
            <a:ext cx="2351413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PRÉsentation</a:t>
            </a:r>
          </a:p>
        </p:txBody>
      </p:sp>
      <p:sp>
        <p:nvSpPr>
          <p:cNvPr name="TextBox 112" id="112"/>
          <p:cNvSpPr txBox="true"/>
          <p:nvPr/>
        </p:nvSpPr>
        <p:spPr>
          <a:xfrm rot="-898664">
            <a:off x="5141528" y="9180886"/>
            <a:ext cx="2305565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Recherche</a:t>
            </a:r>
          </a:p>
        </p:txBody>
      </p:sp>
      <p:sp>
        <p:nvSpPr>
          <p:cNvPr name="TextBox 113" id="113"/>
          <p:cNvSpPr txBox="true"/>
          <p:nvPr/>
        </p:nvSpPr>
        <p:spPr>
          <a:xfrm rot="-2553449">
            <a:off x="7123757" y="8011008"/>
            <a:ext cx="2305565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VOIX</a:t>
            </a:r>
          </a:p>
        </p:txBody>
      </p:sp>
      <p:sp>
        <p:nvSpPr>
          <p:cNvPr name="TextBox 114" id="114"/>
          <p:cNvSpPr txBox="true"/>
          <p:nvPr/>
        </p:nvSpPr>
        <p:spPr>
          <a:xfrm rot="737561">
            <a:off x="2824300" y="9227147"/>
            <a:ext cx="2340871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IMAGE ET VIDéo</a:t>
            </a:r>
          </a:p>
        </p:txBody>
      </p:sp>
      <p:sp>
        <p:nvSpPr>
          <p:cNvPr name="TextBox 115" id="115"/>
          <p:cNvSpPr txBox="true"/>
          <p:nvPr/>
        </p:nvSpPr>
        <p:spPr>
          <a:xfrm rot="0">
            <a:off x="3689334" y="4305582"/>
            <a:ext cx="2896393" cy="1310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sz="12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Sélection subjective</a:t>
            </a:r>
          </a:p>
          <a:p>
            <a:pPr algn="ctr">
              <a:lnSpc>
                <a:spcPts val="1680"/>
              </a:lnSpc>
            </a:pPr>
            <a:r>
              <a:rPr lang="en-US" sz="12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de 60 outils</a:t>
            </a:r>
          </a:p>
          <a:p>
            <a:pPr algn="ctr">
              <a:lnSpc>
                <a:spcPts val="1680"/>
              </a:lnSpc>
            </a:pPr>
            <a:r>
              <a:rPr lang="en-US" sz="12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d’IA génératives</a:t>
            </a:r>
          </a:p>
          <a:p>
            <a:pPr algn="ctr">
              <a:lnSpc>
                <a:spcPts val="1680"/>
              </a:lnSpc>
            </a:pPr>
            <a:r>
              <a:rPr lang="en-US" sz="12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gratuits ou freemium</a:t>
            </a:r>
          </a:p>
          <a:p>
            <a:pPr algn="ctr">
              <a:lnSpc>
                <a:spcPts val="1960"/>
              </a:lnSpc>
            </a:pPr>
            <a:r>
              <a:rPr lang="en-US" sz="1400" u="sng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  <a:hlinkClick r:id="rId124" tooltip="https://www.uneiaparjour.fr"/>
              </a:rPr>
              <a:t>uneIAparjour.fr</a:t>
            </a:r>
          </a:p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u="sng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  <a:hlinkClick r:id="rId125" tooltip="https://twitter.com/search?q=%23uneIAparjour&amp;src=typed_query"/>
              </a:rPr>
              <a:t>#uneIAparjour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DAGd_Fds16U</dc:identifier>
  <dcterms:modified xsi:type="dcterms:W3CDTF">2011-08-01T06:04:30Z</dcterms:modified>
  <cp:revision>1</cp:revision>
  <dc:title>Sélection outils uneIAparjour 0225</dc:title>
</cp:coreProperties>
</file>